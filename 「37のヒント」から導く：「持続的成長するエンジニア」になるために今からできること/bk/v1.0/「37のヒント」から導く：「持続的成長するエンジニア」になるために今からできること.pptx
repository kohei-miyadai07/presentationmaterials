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handoutMasterIdLst>
    <p:handoutMasterId r:id="rId29"/>
  </p:handoutMasterIdLst>
  <p:sldIdLst>
    <p:sldId id="270" r:id="rId5"/>
    <p:sldId id="279" r:id="rId6"/>
    <p:sldId id="275" r:id="rId7"/>
    <p:sldId id="276" r:id="rId8"/>
    <p:sldId id="280" r:id="rId9"/>
    <p:sldId id="318" r:id="rId10"/>
    <p:sldId id="361" r:id="rId11"/>
    <p:sldId id="362" r:id="rId12"/>
    <p:sldId id="346" r:id="rId13"/>
    <p:sldId id="332" r:id="rId14"/>
    <p:sldId id="363" r:id="rId15"/>
    <p:sldId id="364" r:id="rId16"/>
    <p:sldId id="365" r:id="rId17"/>
    <p:sldId id="366" r:id="rId18"/>
    <p:sldId id="367" r:id="rId19"/>
    <p:sldId id="368" r:id="rId20"/>
    <p:sldId id="354" r:id="rId21"/>
    <p:sldId id="355" r:id="rId22"/>
    <p:sldId id="369" r:id="rId23"/>
    <p:sldId id="370" r:id="rId24"/>
    <p:sldId id="371" r:id="rId25"/>
    <p:sldId id="372" r:id="rId26"/>
    <p:sldId id="373"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1411E"/>
    <a:srgbClr val="F79544"/>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C00410-9B89-4D01-BFE3-D65E5525569F}" v="30" dt="2025-02-12T13:26:13.84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65" autoAdjust="0"/>
    <p:restoredTop sz="95026" autoAdjust="0"/>
  </p:normalViewPr>
  <p:slideViewPr>
    <p:cSldViewPr snapToGrid="0" snapToObjects="1">
      <p:cViewPr varScale="1">
        <p:scale>
          <a:sx n="78" d="100"/>
          <a:sy n="78" d="100"/>
        </p:scale>
        <p:origin x="902" y="67"/>
      </p:cViewPr>
      <p:guideLst/>
    </p:cSldViewPr>
  </p:slideViewPr>
  <p:notesTextViewPr>
    <p:cViewPr>
      <p:scale>
        <a:sx n="1" d="1"/>
        <a:sy n="1" d="1"/>
      </p:scale>
      <p:origin x="0" y="0"/>
    </p:cViewPr>
  </p:notesTextViewPr>
  <p:notesViewPr>
    <p:cSldViewPr snapToGrid="0" snapToObjects="1" showGuides="1">
      <p:cViewPr varScale="1">
        <p:scale>
          <a:sx n="36" d="100"/>
          <a:sy n="36" d="100"/>
        </p:scale>
        <p:origin x="3024"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滉平 宮台" userId="414baa33dfd03743" providerId="LiveId" clId="{904E47E9-4F0B-4115-A8C5-17ED8C79FB4B}"/>
    <pc:docChg chg="undo custSel addSld delSld modSld">
      <pc:chgData name="滉平 宮台" userId="414baa33dfd03743" providerId="LiveId" clId="{904E47E9-4F0B-4115-A8C5-17ED8C79FB4B}" dt="2024-05-02T01:46:35.121" v="8323" actId="5793"/>
      <pc:docMkLst>
        <pc:docMk/>
      </pc:docMkLst>
      <pc:sldChg chg="modSp mod">
        <pc:chgData name="滉平 宮台" userId="414baa33dfd03743" providerId="LiveId" clId="{904E47E9-4F0B-4115-A8C5-17ED8C79FB4B}" dt="2024-04-21T14:57:12.206" v="8" actId="1076"/>
        <pc:sldMkLst>
          <pc:docMk/>
          <pc:sldMk cId="2893147491" sldId="270"/>
        </pc:sldMkLst>
      </pc:sldChg>
      <pc:sldChg chg="modSp mod">
        <pc:chgData name="滉平 宮台" userId="414baa33dfd03743" providerId="LiveId" clId="{904E47E9-4F0B-4115-A8C5-17ED8C79FB4B}" dt="2024-04-22T14:50:44.741" v="631" actId="20577"/>
        <pc:sldMkLst>
          <pc:docMk/>
          <pc:sldMk cId="2010039180" sldId="275"/>
        </pc:sldMkLst>
      </pc:sldChg>
      <pc:sldChg chg="modSp mod">
        <pc:chgData name="滉平 宮台" userId="414baa33dfd03743" providerId="LiveId" clId="{904E47E9-4F0B-4115-A8C5-17ED8C79FB4B}" dt="2024-04-23T22:36:07.987" v="2374" actId="20577"/>
        <pc:sldMkLst>
          <pc:docMk/>
          <pc:sldMk cId="3595997046" sldId="276"/>
        </pc:sldMkLst>
      </pc:sldChg>
      <pc:sldChg chg="modSp mod">
        <pc:chgData name="滉平 宮台" userId="414baa33dfd03743" providerId="LiveId" clId="{904E47E9-4F0B-4115-A8C5-17ED8C79FB4B}" dt="2024-04-22T14:50:11.309" v="625" actId="20577"/>
        <pc:sldMkLst>
          <pc:docMk/>
          <pc:sldMk cId="1203199818" sldId="279"/>
        </pc:sldMkLst>
      </pc:sldChg>
      <pc:sldChg chg="modSp mod">
        <pc:chgData name="滉平 宮台" userId="414baa33dfd03743" providerId="LiveId" clId="{904E47E9-4F0B-4115-A8C5-17ED8C79FB4B}" dt="2024-04-22T14:51:19.428" v="658" actId="20577"/>
        <pc:sldMkLst>
          <pc:docMk/>
          <pc:sldMk cId="1327383487" sldId="280"/>
        </pc:sldMkLst>
      </pc:sldChg>
      <pc:sldChg chg="modSp mod">
        <pc:chgData name="滉平 宮台" userId="414baa33dfd03743" providerId="LiveId" clId="{904E47E9-4F0B-4115-A8C5-17ED8C79FB4B}" dt="2024-04-23T22:51:24.325" v="2843" actId="20577"/>
        <pc:sldMkLst>
          <pc:docMk/>
          <pc:sldMk cId="957997193" sldId="318"/>
        </pc:sldMkLst>
      </pc:sldChg>
      <pc:sldChg chg="del">
        <pc:chgData name="滉平 宮台" userId="414baa33dfd03743" providerId="LiveId" clId="{904E47E9-4F0B-4115-A8C5-17ED8C79FB4B}" dt="2024-04-24T13:52:18.367" v="3498" actId="2696"/>
        <pc:sldMkLst>
          <pc:docMk/>
          <pc:sldMk cId="3792255719" sldId="319"/>
        </pc:sldMkLst>
      </pc:sldChg>
      <pc:sldChg chg="del">
        <pc:chgData name="滉平 宮台" userId="414baa33dfd03743" providerId="LiveId" clId="{904E47E9-4F0B-4115-A8C5-17ED8C79FB4B}" dt="2024-04-24T13:52:18.367" v="3498" actId="2696"/>
        <pc:sldMkLst>
          <pc:docMk/>
          <pc:sldMk cId="1816444908" sldId="320"/>
        </pc:sldMkLst>
      </pc:sldChg>
      <pc:sldChg chg="del">
        <pc:chgData name="滉平 宮台" userId="414baa33dfd03743" providerId="LiveId" clId="{904E47E9-4F0B-4115-A8C5-17ED8C79FB4B}" dt="2024-04-24T13:52:18.367" v="3498" actId="2696"/>
        <pc:sldMkLst>
          <pc:docMk/>
          <pc:sldMk cId="1401176369" sldId="321"/>
        </pc:sldMkLst>
      </pc:sldChg>
      <pc:sldChg chg="del">
        <pc:chgData name="滉平 宮台" userId="414baa33dfd03743" providerId="LiveId" clId="{904E47E9-4F0B-4115-A8C5-17ED8C79FB4B}" dt="2024-04-24T13:52:18.367" v="3498" actId="2696"/>
        <pc:sldMkLst>
          <pc:docMk/>
          <pc:sldMk cId="3108318662" sldId="322"/>
        </pc:sldMkLst>
      </pc:sldChg>
      <pc:sldChg chg="del">
        <pc:chgData name="滉平 宮台" userId="414baa33dfd03743" providerId="LiveId" clId="{904E47E9-4F0B-4115-A8C5-17ED8C79FB4B}" dt="2024-04-24T13:52:18.367" v="3498" actId="2696"/>
        <pc:sldMkLst>
          <pc:docMk/>
          <pc:sldMk cId="2341498792" sldId="323"/>
        </pc:sldMkLst>
      </pc:sldChg>
      <pc:sldChg chg="del">
        <pc:chgData name="滉平 宮台" userId="414baa33dfd03743" providerId="LiveId" clId="{904E47E9-4F0B-4115-A8C5-17ED8C79FB4B}" dt="2024-04-24T13:52:18.367" v="3498" actId="2696"/>
        <pc:sldMkLst>
          <pc:docMk/>
          <pc:sldMk cId="2490769573" sldId="324"/>
        </pc:sldMkLst>
      </pc:sldChg>
      <pc:sldChg chg="del">
        <pc:chgData name="滉平 宮台" userId="414baa33dfd03743" providerId="LiveId" clId="{904E47E9-4F0B-4115-A8C5-17ED8C79FB4B}" dt="2024-04-24T13:52:18.367" v="3498" actId="2696"/>
        <pc:sldMkLst>
          <pc:docMk/>
          <pc:sldMk cId="3194059181" sldId="325"/>
        </pc:sldMkLst>
      </pc:sldChg>
      <pc:sldChg chg="del">
        <pc:chgData name="滉平 宮台" userId="414baa33dfd03743" providerId="LiveId" clId="{904E47E9-4F0B-4115-A8C5-17ED8C79FB4B}" dt="2024-04-24T13:52:18.367" v="3498" actId="2696"/>
        <pc:sldMkLst>
          <pc:docMk/>
          <pc:sldMk cId="2434095282" sldId="326"/>
        </pc:sldMkLst>
      </pc:sldChg>
      <pc:sldChg chg="del">
        <pc:chgData name="滉平 宮台" userId="414baa33dfd03743" providerId="LiveId" clId="{904E47E9-4F0B-4115-A8C5-17ED8C79FB4B}" dt="2024-04-24T13:52:18.367" v="3498" actId="2696"/>
        <pc:sldMkLst>
          <pc:docMk/>
          <pc:sldMk cId="740078727" sldId="327"/>
        </pc:sldMkLst>
      </pc:sldChg>
      <pc:sldChg chg="del">
        <pc:chgData name="滉平 宮台" userId="414baa33dfd03743" providerId="LiveId" clId="{904E47E9-4F0B-4115-A8C5-17ED8C79FB4B}" dt="2024-04-24T13:52:18.367" v="3498" actId="2696"/>
        <pc:sldMkLst>
          <pc:docMk/>
          <pc:sldMk cId="2292463935" sldId="328"/>
        </pc:sldMkLst>
      </pc:sldChg>
      <pc:sldChg chg="del">
        <pc:chgData name="滉平 宮台" userId="414baa33dfd03743" providerId="LiveId" clId="{904E47E9-4F0B-4115-A8C5-17ED8C79FB4B}" dt="2024-04-24T13:52:18.367" v="3498" actId="2696"/>
        <pc:sldMkLst>
          <pc:docMk/>
          <pc:sldMk cId="2543238518" sldId="329"/>
        </pc:sldMkLst>
      </pc:sldChg>
      <pc:sldChg chg="del">
        <pc:chgData name="滉平 宮台" userId="414baa33dfd03743" providerId="LiveId" clId="{904E47E9-4F0B-4115-A8C5-17ED8C79FB4B}" dt="2024-04-24T13:52:18.367" v="3498" actId="2696"/>
        <pc:sldMkLst>
          <pc:docMk/>
          <pc:sldMk cId="3230537766" sldId="330"/>
        </pc:sldMkLst>
      </pc:sldChg>
      <pc:sldChg chg="modSp add del mod">
        <pc:chgData name="滉平 宮台" userId="414baa33dfd03743" providerId="LiveId" clId="{904E47E9-4F0B-4115-A8C5-17ED8C79FB4B}" dt="2024-04-23T22:42:23.035" v="2480" actId="2696"/>
        <pc:sldMkLst>
          <pc:docMk/>
          <pc:sldMk cId="341326606" sldId="332"/>
        </pc:sldMkLst>
      </pc:sldChg>
      <pc:sldChg chg="modSp add mod">
        <pc:chgData name="滉平 宮台" userId="414baa33dfd03743" providerId="LiveId" clId="{904E47E9-4F0B-4115-A8C5-17ED8C79FB4B}" dt="2024-04-24T13:10:05.825" v="3193" actId="20577"/>
        <pc:sldMkLst>
          <pc:docMk/>
          <pc:sldMk cId="1206977585" sldId="332"/>
        </pc:sldMkLst>
      </pc:sldChg>
      <pc:sldChg chg="modSp add mod">
        <pc:chgData name="滉平 宮台" userId="414baa33dfd03743" providerId="LiveId" clId="{904E47E9-4F0B-4115-A8C5-17ED8C79FB4B}" dt="2024-05-01T14:02:47.268" v="7463" actId="20577"/>
        <pc:sldMkLst>
          <pc:docMk/>
          <pc:sldMk cId="3286607046" sldId="333"/>
        </pc:sldMkLst>
      </pc:sldChg>
      <pc:sldChg chg="addSp delSp modSp add mod">
        <pc:chgData name="滉平 宮台" userId="414baa33dfd03743" providerId="LiveId" clId="{904E47E9-4F0B-4115-A8C5-17ED8C79FB4B}" dt="2024-04-28T13:24:11.773" v="5149" actId="255"/>
        <pc:sldMkLst>
          <pc:docMk/>
          <pc:sldMk cId="611619556" sldId="334"/>
        </pc:sldMkLst>
      </pc:sldChg>
      <pc:sldChg chg="modSp add mod">
        <pc:chgData name="滉平 宮台" userId="414baa33dfd03743" providerId="LiveId" clId="{904E47E9-4F0B-4115-A8C5-17ED8C79FB4B}" dt="2024-04-29T15:26:59.991" v="5721" actId="20577"/>
        <pc:sldMkLst>
          <pc:docMk/>
          <pc:sldMk cId="4224340065" sldId="335"/>
        </pc:sldMkLst>
      </pc:sldChg>
      <pc:sldChg chg="addSp modSp add mod">
        <pc:chgData name="滉平 宮台" userId="414baa33dfd03743" providerId="LiveId" clId="{904E47E9-4F0B-4115-A8C5-17ED8C79FB4B}" dt="2024-05-01T13:29:21.544" v="7392" actId="20577"/>
        <pc:sldMkLst>
          <pc:docMk/>
          <pc:sldMk cId="1095149888" sldId="336"/>
        </pc:sldMkLst>
      </pc:sldChg>
      <pc:sldChg chg="addSp modSp add mod">
        <pc:chgData name="滉平 宮台" userId="414baa33dfd03743" providerId="LiveId" clId="{904E47E9-4F0B-4115-A8C5-17ED8C79FB4B}" dt="2024-05-01T14:25:06.585" v="7501" actId="20577"/>
        <pc:sldMkLst>
          <pc:docMk/>
          <pc:sldMk cId="3453139196" sldId="337"/>
        </pc:sldMkLst>
      </pc:sldChg>
      <pc:sldChg chg="addSp modSp add mod">
        <pc:chgData name="滉平 宮台" userId="414baa33dfd03743" providerId="LiveId" clId="{904E47E9-4F0B-4115-A8C5-17ED8C79FB4B}" dt="2024-05-01T13:29:38.744" v="7394" actId="20577"/>
        <pc:sldMkLst>
          <pc:docMk/>
          <pc:sldMk cId="854810654" sldId="338"/>
        </pc:sldMkLst>
      </pc:sldChg>
      <pc:sldChg chg="addSp delSp modSp add mod">
        <pc:chgData name="滉平 宮台" userId="414baa33dfd03743" providerId="LiveId" clId="{904E47E9-4F0B-4115-A8C5-17ED8C79FB4B}" dt="2024-05-01T13:30:50.414" v="7451" actId="20577"/>
        <pc:sldMkLst>
          <pc:docMk/>
          <pc:sldMk cId="2393082802" sldId="339"/>
        </pc:sldMkLst>
      </pc:sldChg>
      <pc:sldChg chg="addSp delSp modSp add mod">
        <pc:chgData name="滉平 宮台" userId="414baa33dfd03743" providerId="LiveId" clId="{904E47E9-4F0B-4115-A8C5-17ED8C79FB4B}" dt="2024-05-02T00:28:21.798" v="7575" actId="20577"/>
        <pc:sldMkLst>
          <pc:docMk/>
          <pc:sldMk cId="3137714107" sldId="340"/>
        </pc:sldMkLst>
      </pc:sldChg>
      <pc:sldChg chg="addSp delSp modSp add mod">
        <pc:chgData name="滉平 宮台" userId="414baa33dfd03743" providerId="LiveId" clId="{904E47E9-4F0B-4115-A8C5-17ED8C79FB4B}" dt="2024-05-02T01:38:18.587" v="8185" actId="1076"/>
        <pc:sldMkLst>
          <pc:docMk/>
          <pc:sldMk cId="1033241369" sldId="341"/>
        </pc:sldMkLst>
      </pc:sldChg>
      <pc:sldChg chg="delSp modSp add mod">
        <pc:chgData name="滉平 宮台" userId="414baa33dfd03743" providerId="LiveId" clId="{904E47E9-4F0B-4115-A8C5-17ED8C79FB4B}" dt="2024-05-02T00:50:18.957" v="8176" actId="20577"/>
        <pc:sldMkLst>
          <pc:docMk/>
          <pc:sldMk cId="4249659522" sldId="342"/>
        </pc:sldMkLst>
      </pc:sldChg>
      <pc:sldChg chg="modSp add mod">
        <pc:chgData name="滉平 宮台" userId="414baa33dfd03743" providerId="LiveId" clId="{904E47E9-4F0B-4115-A8C5-17ED8C79FB4B}" dt="2024-05-02T01:46:35.121" v="8323" actId="5793"/>
        <pc:sldMkLst>
          <pc:docMk/>
          <pc:sldMk cId="3066684261" sldId="343"/>
        </pc:sldMkLst>
      </pc:sldChg>
    </pc:docChg>
  </pc:docChgLst>
  <pc:docChgLst>
    <pc:chgData name="滉平 宮台" userId="414baa33dfd03743" providerId="LiveId" clId="{8BC00410-9B89-4D01-BFE3-D65E5525569F}"/>
    <pc:docChg chg="undo custSel addSld delSld modSld">
      <pc:chgData name="滉平 宮台" userId="414baa33dfd03743" providerId="LiveId" clId="{8BC00410-9B89-4D01-BFE3-D65E5525569F}" dt="2025-02-12T14:04:45.689" v="1218" actId="2696"/>
      <pc:docMkLst>
        <pc:docMk/>
      </pc:docMkLst>
      <pc:sldChg chg="modSp mod">
        <pc:chgData name="滉平 宮台" userId="414baa33dfd03743" providerId="LiveId" clId="{8BC00410-9B89-4D01-BFE3-D65E5525569F}" dt="2025-02-05T12:53:48.638" v="20" actId="20577"/>
        <pc:sldMkLst>
          <pc:docMk/>
          <pc:sldMk cId="2893147491" sldId="270"/>
        </pc:sldMkLst>
        <pc:spChg chg="mod">
          <ac:chgData name="滉平 宮台" userId="414baa33dfd03743" providerId="LiveId" clId="{8BC00410-9B89-4D01-BFE3-D65E5525569F}" dt="2025-02-04T14:32:52.268" v="6" actId="1076"/>
          <ac:spMkLst>
            <pc:docMk/>
            <pc:sldMk cId="2893147491" sldId="270"/>
            <ac:spMk id="2" creationId="{AF4B629F-9A4F-429D-9C68-2894ECCD1FD0}"/>
          </ac:spMkLst>
        </pc:spChg>
        <pc:spChg chg="mod">
          <ac:chgData name="滉平 宮台" userId="414baa33dfd03743" providerId="LiveId" clId="{8BC00410-9B89-4D01-BFE3-D65E5525569F}" dt="2025-02-05T12:53:48.638" v="20" actId="20577"/>
          <ac:spMkLst>
            <pc:docMk/>
            <pc:sldMk cId="2893147491" sldId="270"/>
            <ac:spMk id="3" creationId="{CA6F93DE-45C9-40F8-BACA-83B4D890F1AD}"/>
          </ac:spMkLst>
        </pc:spChg>
      </pc:sldChg>
      <pc:sldChg chg="modSp mod">
        <pc:chgData name="滉平 宮台" userId="414baa33dfd03743" providerId="LiveId" clId="{8BC00410-9B89-4D01-BFE3-D65E5525569F}" dt="2025-02-08T14:22:45.530" v="149"/>
        <pc:sldMkLst>
          <pc:docMk/>
          <pc:sldMk cId="2010039180" sldId="275"/>
        </pc:sldMkLst>
        <pc:spChg chg="mod">
          <ac:chgData name="滉平 宮台" userId="414baa33dfd03743" providerId="LiveId" clId="{8BC00410-9B89-4D01-BFE3-D65E5525569F}" dt="2025-02-08T14:22:45.530" v="149"/>
          <ac:spMkLst>
            <pc:docMk/>
            <pc:sldMk cId="2010039180" sldId="275"/>
            <ac:spMk id="2" creationId="{2B4D749E-4C59-413D-91B2-FDAD3F48B4EC}"/>
          </ac:spMkLst>
        </pc:spChg>
      </pc:sldChg>
      <pc:sldChg chg="modSp mod">
        <pc:chgData name="滉平 宮台" userId="414baa33dfd03743" providerId="LiveId" clId="{8BC00410-9B89-4D01-BFE3-D65E5525569F}" dt="2025-02-10T13:48:58.760" v="335" actId="20577"/>
        <pc:sldMkLst>
          <pc:docMk/>
          <pc:sldMk cId="3595997046" sldId="276"/>
        </pc:sldMkLst>
        <pc:spChg chg="mod">
          <ac:chgData name="滉平 宮台" userId="414baa33dfd03743" providerId="LiveId" clId="{8BC00410-9B89-4D01-BFE3-D65E5525569F}" dt="2025-02-08T14:23:00.985" v="150"/>
          <ac:spMkLst>
            <pc:docMk/>
            <pc:sldMk cId="3595997046" sldId="276"/>
            <ac:spMk id="2" creationId="{375320BF-43D3-4AB2-9ED9-596839F1E352}"/>
          </ac:spMkLst>
        </pc:spChg>
        <pc:spChg chg="mod">
          <ac:chgData name="滉平 宮台" userId="414baa33dfd03743" providerId="LiveId" clId="{8BC00410-9B89-4D01-BFE3-D65E5525569F}" dt="2025-02-10T13:48:58.760" v="335" actId="20577"/>
          <ac:spMkLst>
            <pc:docMk/>
            <pc:sldMk cId="3595997046" sldId="276"/>
            <ac:spMk id="3" creationId="{29BF031A-AEAA-42B7-997E-73DB24388A4D}"/>
          </ac:spMkLst>
        </pc:spChg>
      </pc:sldChg>
      <pc:sldChg chg="modSp mod">
        <pc:chgData name="滉平 宮台" userId="414baa33dfd03743" providerId="LiveId" clId="{8BC00410-9B89-4D01-BFE3-D65E5525569F}" dt="2025-02-05T13:02:24.143" v="40"/>
        <pc:sldMkLst>
          <pc:docMk/>
          <pc:sldMk cId="1203199818" sldId="279"/>
        </pc:sldMkLst>
        <pc:spChg chg="mod">
          <ac:chgData name="滉平 宮台" userId="414baa33dfd03743" providerId="LiveId" clId="{8BC00410-9B89-4D01-BFE3-D65E5525569F}" dt="2025-02-05T13:02:24.143" v="40"/>
          <ac:spMkLst>
            <pc:docMk/>
            <pc:sldMk cId="1203199818" sldId="279"/>
            <ac:spMk id="3" creationId="{C402C823-BB59-48CB-82AA-6407C140BAEA}"/>
          </ac:spMkLst>
        </pc:spChg>
      </pc:sldChg>
      <pc:sldChg chg="modSp mod">
        <pc:chgData name="滉平 宮台" userId="414baa33dfd03743" providerId="LiveId" clId="{8BC00410-9B89-4D01-BFE3-D65E5525569F}" dt="2025-02-08T14:28:20.250" v="191"/>
        <pc:sldMkLst>
          <pc:docMk/>
          <pc:sldMk cId="1327383487" sldId="280"/>
        </pc:sldMkLst>
        <pc:spChg chg="mod">
          <ac:chgData name="滉平 宮台" userId="414baa33dfd03743" providerId="LiveId" clId="{8BC00410-9B89-4D01-BFE3-D65E5525569F}" dt="2025-02-08T14:28:20.250" v="191"/>
          <ac:spMkLst>
            <pc:docMk/>
            <pc:sldMk cId="1327383487" sldId="280"/>
            <ac:spMk id="2" creationId="{2B4D749E-4C59-413D-91B2-FDAD3F48B4EC}"/>
          </ac:spMkLst>
        </pc:spChg>
      </pc:sldChg>
      <pc:sldChg chg="modSp mod">
        <pc:chgData name="滉平 宮台" userId="414baa33dfd03743" providerId="LiveId" clId="{8BC00410-9B89-4D01-BFE3-D65E5525569F}" dt="2025-02-10T13:50:11.433" v="341" actId="12"/>
        <pc:sldMkLst>
          <pc:docMk/>
          <pc:sldMk cId="957997193" sldId="318"/>
        </pc:sldMkLst>
        <pc:spChg chg="mod">
          <ac:chgData name="滉平 宮台" userId="414baa33dfd03743" providerId="LiveId" clId="{8BC00410-9B89-4D01-BFE3-D65E5525569F}" dt="2025-02-09T00:31:28.721" v="192"/>
          <ac:spMkLst>
            <pc:docMk/>
            <pc:sldMk cId="957997193" sldId="318"/>
            <ac:spMk id="2" creationId="{375320BF-43D3-4AB2-9ED9-596839F1E352}"/>
          </ac:spMkLst>
        </pc:spChg>
        <pc:spChg chg="mod">
          <ac:chgData name="滉平 宮台" userId="414baa33dfd03743" providerId="LiveId" clId="{8BC00410-9B89-4D01-BFE3-D65E5525569F}" dt="2025-02-10T13:50:11.433" v="341" actId="12"/>
          <ac:spMkLst>
            <pc:docMk/>
            <pc:sldMk cId="957997193" sldId="318"/>
            <ac:spMk id="3" creationId="{29BF031A-AEAA-42B7-997E-73DB24388A4D}"/>
          </ac:spMkLst>
        </pc:spChg>
      </pc:sldChg>
      <pc:sldChg chg="modSp mod">
        <pc:chgData name="滉平 宮台" userId="414baa33dfd03743" providerId="LiveId" clId="{8BC00410-9B89-4D01-BFE3-D65E5525569F}" dt="2025-02-10T13:50:30.734" v="345" actId="12"/>
        <pc:sldMkLst>
          <pc:docMk/>
          <pc:sldMk cId="1206977585" sldId="332"/>
        </pc:sldMkLst>
        <pc:spChg chg="mod">
          <ac:chgData name="滉平 宮台" userId="414baa33dfd03743" providerId="LiveId" clId="{8BC00410-9B89-4D01-BFE3-D65E5525569F}" dt="2025-02-09T01:03:38.700" v="214"/>
          <ac:spMkLst>
            <pc:docMk/>
            <pc:sldMk cId="1206977585" sldId="332"/>
            <ac:spMk id="2" creationId="{375320BF-43D3-4AB2-9ED9-596839F1E352}"/>
          </ac:spMkLst>
        </pc:spChg>
        <pc:spChg chg="mod">
          <ac:chgData name="滉平 宮台" userId="414baa33dfd03743" providerId="LiveId" clId="{8BC00410-9B89-4D01-BFE3-D65E5525569F}" dt="2025-02-10T13:50:30.734" v="345" actId="12"/>
          <ac:spMkLst>
            <pc:docMk/>
            <pc:sldMk cId="1206977585" sldId="332"/>
            <ac:spMk id="3" creationId="{29BF031A-AEAA-42B7-997E-73DB24388A4D}"/>
          </ac:spMkLst>
        </pc:spChg>
      </pc:sldChg>
      <pc:sldChg chg="del">
        <pc:chgData name="滉平 宮台" userId="414baa33dfd03743" providerId="LiveId" clId="{8BC00410-9B89-4D01-BFE3-D65E5525569F}" dt="2025-02-12T14:04:45.689" v="1218" actId="2696"/>
        <pc:sldMkLst>
          <pc:docMk/>
          <pc:sldMk cId="3286607046" sldId="333"/>
        </pc:sldMkLst>
      </pc:sldChg>
      <pc:sldChg chg="del">
        <pc:chgData name="滉平 宮台" userId="414baa33dfd03743" providerId="LiveId" clId="{8BC00410-9B89-4D01-BFE3-D65E5525569F}" dt="2025-02-12T14:04:45.689" v="1218" actId="2696"/>
        <pc:sldMkLst>
          <pc:docMk/>
          <pc:sldMk cId="611619556" sldId="334"/>
        </pc:sldMkLst>
      </pc:sldChg>
      <pc:sldChg chg="del">
        <pc:chgData name="滉平 宮台" userId="414baa33dfd03743" providerId="LiveId" clId="{8BC00410-9B89-4D01-BFE3-D65E5525569F}" dt="2025-02-12T14:04:45.689" v="1218" actId="2696"/>
        <pc:sldMkLst>
          <pc:docMk/>
          <pc:sldMk cId="4224340065" sldId="335"/>
        </pc:sldMkLst>
      </pc:sldChg>
      <pc:sldChg chg="del">
        <pc:chgData name="滉平 宮台" userId="414baa33dfd03743" providerId="LiveId" clId="{8BC00410-9B89-4D01-BFE3-D65E5525569F}" dt="2025-02-12T14:04:45.689" v="1218" actId="2696"/>
        <pc:sldMkLst>
          <pc:docMk/>
          <pc:sldMk cId="1095149888" sldId="336"/>
        </pc:sldMkLst>
      </pc:sldChg>
      <pc:sldChg chg="del">
        <pc:chgData name="滉平 宮台" userId="414baa33dfd03743" providerId="LiveId" clId="{8BC00410-9B89-4D01-BFE3-D65E5525569F}" dt="2025-02-12T14:04:45.689" v="1218" actId="2696"/>
        <pc:sldMkLst>
          <pc:docMk/>
          <pc:sldMk cId="3453139196" sldId="337"/>
        </pc:sldMkLst>
      </pc:sldChg>
      <pc:sldChg chg="del">
        <pc:chgData name="滉平 宮台" userId="414baa33dfd03743" providerId="LiveId" clId="{8BC00410-9B89-4D01-BFE3-D65E5525569F}" dt="2025-02-12T14:04:45.689" v="1218" actId="2696"/>
        <pc:sldMkLst>
          <pc:docMk/>
          <pc:sldMk cId="854810654" sldId="338"/>
        </pc:sldMkLst>
      </pc:sldChg>
      <pc:sldChg chg="del">
        <pc:chgData name="滉平 宮台" userId="414baa33dfd03743" providerId="LiveId" clId="{8BC00410-9B89-4D01-BFE3-D65E5525569F}" dt="2025-02-12T14:04:45.689" v="1218" actId="2696"/>
        <pc:sldMkLst>
          <pc:docMk/>
          <pc:sldMk cId="2393082802" sldId="339"/>
        </pc:sldMkLst>
      </pc:sldChg>
      <pc:sldChg chg="del">
        <pc:chgData name="滉平 宮台" userId="414baa33dfd03743" providerId="LiveId" clId="{8BC00410-9B89-4D01-BFE3-D65E5525569F}" dt="2025-02-12T14:04:45.689" v="1218" actId="2696"/>
        <pc:sldMkLst>
          <pc:docMk/>
          <pc:sldMk cId="3137714107" sldId="340"/>
        </pc:sldMkLst>
      </pc:sldChg>
      <pc:sldChg chg="addSp delSp del mod">
        <pc:chgData name="滉平 宮台" userId="414baa33dfd03743" providerId="LiveId" clId="{8BC00410-9B89-4D01-BFE3-D65E5525569F}" dt="2025-02-12T14:04:45.689" v="1218" actId="2696"/>
        <pc:sldMkLst>
          <pc:docMk/>
          <pc:sldMk cId="1033241369" sldId="341"/>
        </pc:sldMkLst>
      </pc:sldChg>
      <pc:sldChg chg="del">
        <pc:chgData name="滉平 宮台" userId="414baa33dfd03743" providerId="LiveId" clId="{8BC00410-9B89-4D01-BFE3-D65E5525569F}" dt="2025-02-12T14:04:45.689" v="1218" actId="2696"/>
        <pc:sldMkLst>
          <pc:docMk/>
          <pc:sldMk cId="4249659522" sldId="342"/>
        </pc:sldMkLst>
      </pc:sldChg>
      <pc:sldChg chg="addSp delSp modSp mod">
        <pc:chgData name="滉平 宮台" userId="414baa33dfd03743" providerId="LiveId" clId="{8BC00410-9B89-4D01-BFE3-D65E5525569F}" dt="2025-02-05T13:44:52.645" v="148"/>
        <pc:sldMkLst>
          <pc:docMk/>
          <pc:sldMk cId="3066684261" sldId="343"/>
        </pc:sldMkLst>
        <pc:spChg chg="mod">
          <ac:chgData name="滉平 宮台" userId="414baa33dfd03743" providerId="LiveId" clId="{8BC00410-9B89-4D01-BFE3-D65E5525569F}" dt="2025-02-05T13:44:52.645" v="148"/>
          <ac:spMkLst>
            <pc:docMk/>
            <pc:sldMk cId="3066684261" sldId="343"/>
            <ac:spMk id="3" creationId="{29BF031A-AEAA-42B7-997E-73DB24388A4D}"/>
          </ac:spMkLst>
        </pc:spChg>
      </pc:sldChg>
      <pc:sldChg chg="del">
        <pc:chgData name="滉平 宮台" userId="414baa33dfd03743" providerId="LiveId" clId="{8BC00410-9B89-4D01-BFE3-D65E5525569F}" dt="2025-02-12T14:04:45.689" v="1218" actId="2696"/>
        <pc:sldMkLst>
          <pc:docMk/>
          <pc:sldMk cId="1845715005" sldId="344"/>
        </pc:sldMkLst>
      </pc:sldChg>
      <pc:sldChg chg="modSp add mod">
        <pc:chgData name="滉平 宮台" userId="414baa33dfd03743" providerId="LiveId" clId="{8BC00410-9B89-4D01-BFE3-D65E5525569F}" dt="2025-02-05T13:39:10.537" v="57" actId="20577"/>
        <pc:sldMkLst>
          <pc:docMk/>
          <pc:sldMk cId="250864335" sldId="345"/>
        </pc:sldMkLst>
        <pc:spChg chg="mod">
          <ac:chgData name="滉平 宮台" userId="414baa33dfd03743" providerId="LiveId" clId="{8BC00410-9B89-4D01-BFE3-D65E5525569F}" dt="2025-02-05T13:39:10.537" v="57" actId="20577"/>
          <ac:spMkLst>
            <pc:docMk/>
            <pc:sldMk cId="250864335" sldId="345"/>
            <ac:spMk id="2" creationId="{0BB0611C-4809-21FB-FC26-6242BF6DD262}"/>
          </ac:spMkLst>
        </pc:spChg>
      </pc:sldChg>
      <pc:sldChg chg="modSp add mod">
        <pc:chgData name="滉平 宮台" userId="414baa33dfd03743" providerId="LiveId" clId="{8BC00410-9B89-4D01-BFE3-D65E5525569F}" dt="2025-02-09T00:35:44.938" v="213" actId="20577"/>
        <pc:sldMkLst>
          <pc:docMk/>
          <pc:sldMk cId="4275789302" sldId="346"/>
        </pc:sldMkLst>
        <pc:spChg chg="mod">
          <ac:chgData name="滉平 宮台" userId="414baa33dfd03743" providerId="LiveId" clId="{8BC00410-9B89-4D01-BFE3-D65E5525569F}" dt="2025-02-09T00:35:44.938" v="213" actId="20577"/>
          <ac:spMkLst>
            <pc:docMk/>
            <pc:sldMk cId="4275789302" sldId="346"/>
            <ac:spMk id="2" creationId="{A20400A0-EBC5-0BEF-43BF-FD62695CCF14}"/>
          </ac:spMkLst>
        </pc:spChg>
      </pc:sldChg>
      <pc:sldChg chg="modSp add mod">
        <pc:chgData name="滉平 宮台" userId="414baa33dfd03743" providerId="LiveId" clId="{8BC00410-9B89-4D01-BFE3-D65E5525569F}" dt="2025-02-10T13:50:58.333" v="355" actId="12"/>
        <pc:sldMkLst>
          <pc:docMk/>
          <pc:sldMk cId="3094698990" sldId="347"/>
        </pc:sldMkLst>
        <pc:spChg chg="mod">
          <ac:chgData name="滉平 宮台" userId="414baa33dfd03743" providerId="LiveId" clId="{8BC00410-9B89-4D01-BFE3-D65E5525569F}" dt="2025-02-09T02:57:45.650" v="223"/>
          <ac:spMkLst>
            <pc:docMk/>
            <pc:sldMk cId="3094698990" sldId="347"/>
            <ac:spMk id="2" creationId="{23D951DE-1890-29C4-2BCA-EF191CBACB92}"/>
          </ac:spMkLst>
        </pc:spChg>
        <pc:spChg chg="mod">
          <ac:chgData name="滉平 宮台" userId="414baa33dfd03743" providerId="LiveId" clId="{8BC00410-9B89-4D01-BFE3-D65E5525569F}" dt="2025-02-10T13:50:58.333" v="355" actId="12"/>
          <ac:spMkLst>
            <pc:docMk/>
            <pc:sldMk cId="3094698990" sldId="347"/>
            <ac:spMk id="3" creationId="{9BFE4B8F-6086-8C4F-5EF1-C1B46828A021}"/>
          </ac:spMkLst>
        </pc:spChg>
      </pc:sldChg>
      <pc:sldChg chg="addSp delSp modSp add mod">
        <pc:chgData name="滉平 宮台" userId="414baa33dfd03743" providerId="LiveId" clId="{8BC00410-9B89-4D01-BFE3-D65E5525569F}" dt="2025-02-10T13:51:08.832" v="359" actId="12"/>
        <pc:sldMkLst>
          <pc:docMk/>
          <pc:sldMk cId="2779271377" sldId="348"/>
        </pc:sldMkLst>
        <pc:spChg chg="mod">
          <ac:chgData name="滉平 宮台" userId="414baa33dfd03743" providerId="LiveId" clId="{8BC00410-9B89-4D01-BFE3-D65E5525569F}" dt="2025-02-10T13:51:08.832" v="359" actId="12"/>
          <ac:spMkLst>
            <pc:docMk/>
            <pc:sldMk cId="2779271377" sldId="348"/>
            <ac:spMk id="3" creationId="{DF88FAC7-A72C-5A89-C8A7-0DA4DE020DAD}"/>
          </ac:spMkLst>
        </pc:spChg>
      </pc:sldChg>
      <pc:sldChg chg="modSp add mod">
        <pc:chgData name="滉平 宮台" userId="414baa33dfd03743" providerId="LiveId" clId="{8BC00410-9B89-4D01-BFE3-D65E5525569F}" dt="2025-02-10T13:28:10.249" v="328"/>
        <pc:sldMkLst>
          <pc:docMk/>
          <pc:sldMk cId="167988953" sldId="349"/>
        </pc:sldMkLst>
        <pc:spChg chg="mod">
          <ac:chgData name="滉平 宮台" userId="414baa33dfd03743" providerId="LiveId" clId="{8BC00410-9B89-4D01-BFE3-D65E5525569F}" dt="2025-02-10T13:20:22.571" v="266"/>
          <ac:spMkLst>
            <pc:docMk/>
            <pc:sldMk cId="167988953" sldId="349"/>
            <ac:spMk id="2" creationId="{FEE921A4-3EC8-183B-3DEF-388780C04F1C}"/>
          </ac:spMkLst>
        </pc:spChg>
        <pc:spChg chg="mod">
          <ac:chgData name="滉平 宮台" userId="414baa33dfd03743" providerId="LiveId" clId="{8BC00410-9B89-4D01-BFE3-D65E5525569F}" dt="2025-02-10T13:28:10.249" v="328"/>
          <ac:spMkLst>
            <pc:docMk/>
            <pc:sldMk cId="167988953" sldId="349"/>
            <ac:spMk id="3" creationId="{728E0908-BB65-1867-F4DB-7BD5DE9C2FE0}"/>
          </ac:spMkLst>
        </pc:spChg>
      </pc:sldChg>
      <pc:sldChg chg="addSp delSp modSp add mod">
        <pc:chgData name="滉平 宮台" userId="414baa33dfd03743" providerId="LiveId" clId="{8BC00410-9B89-4D01-BFE3-D65E5525569F}" dt="2025-02-11T00:33:15.488" v="499" actId="2"/>
        <pc:sldMkLst>
          <pc:docMk/>
          <pc:sldMk cId="331376422" sldId="350"/>
        </pc:sldMkLst>
        <pc:spChg chg="mod">
          <ac:chgData name="滉平 宮台" userId="414baa33dfd03743" providerId="LiveId" clId="{8BC00410-9B89-4D01-BFE3-D65E5525569F}" dt="2025-02-10T23:44:54.419" v="365"/>
          <ac:spMkLst>
            <pc:docMk/>
            <pc:sldMk cId="331376422" sldId="350"/>
            <ac:spMk id="2" creationId="{0945D0A3-040B-E34D-69D0-AC5EB3432CA3}"/>
          </ac:spMkLst>
        </pc:spChg>
        <pc:spChg chg="mod">
          <ac:chgData name="滉平 宮台" userId="414baa33dfd03743" providerId="LiveId" clId="{8BC00410-9B89-4D01-BFE3-D65E5525569F}" dt="2025-02-10T23:45:52.861" v="396" actId="14100"/>
          <ac:spMkLst>
            <pc:docMk/>
            <pc:sldMk cId="331376422" sldId="350"/>
            <ac:spMk id="3" creationId="{B5A5DA53-C6D8-839C-4F7A-B5F27EE0FE68}"/>
          </ac:spMkLst>
        </pc:spChg>
        <pc:spChg chg="add mod">
          <ac:chgData name="滉平 宮台" userId="414baa33dfd03743" providerId="LiveId" clId="{8BC00410-9B89-4D01-BFE3-D65E5525569F}" dt="2025-02-11T00:25:41.708" v="455"/>
          <ac:spMkLst>
            <pc:docMk/>
            <pc:sldMk cId="331376422" sldId="350"/>
            <ac:spMk id="4" creationId="{D13D9E74-A0CD-3FB9-C028-35BB7F8894EC}"/>
          </ac:spMkLst>
        </pc:spChg>
        <pc:spChg chg="add del">
          <ac:chgData name="滉平 宮台" userId="414baa33dfd03743" providerId="LiveId" clId="{8BC00410-9B89-4D01-BFE3-D65E5525569F}" dt="2025-02-11T00:24:54.083" v="448" actId="22"/>
          <ac:spMkLst>
            <pc:docMk/>
            <pc:sldMk cId="331376422" sldId="350"/>
            <ac:spMk id="6" creationId="{55398B7D-4C4E-8EA3-D414-533C201D4AEB}"/>
          </ac:spMkLst>
        </pc:spChg>
        <pc:spChg chg="add del">
          <ac:chgData name="滉平 宮台" userId="414baa33dfd03743" providerId="LiveId" clId="{8BC00410-9B89-4D01-BFE3-D65E5525569F}" dt="2025-02-11T00:25:05.474" v="451" actId="22"/>
          <ac:spMkLst>
            <pc:docMk/>
            <pc:sldMk cId="331376422" sldId="350"/>
            <ac:spMk id="8" creationId="{16CB8C2D-93FD-169B-8B65-A4897968B70C}"/>
          </ac:spMkLst>
        </pc:spChg>
        <pc:spChg chg="add mod">
          <ac:chgData name="滉平 宮台" userId="414baa33dfd03743" providerId="LiveId" clId="{8BC00410-9B89-4D01-BFE3-D65E5525569F}" dt="2025-02-11T00:33:15.488" v="499" actId="2"/>
          <ac:spMkLst>
            <pc:docMk/>
            <pc:sldMk cId="331376422" sldId="350"/>
            <ac:spMk id="9" creationId="{7E42745F-2D7C-C062-4510-0794D9BC5A26}"/>
          </ac:spMkLst>
        </pc:spChg>
      </pc:sldChg>
      <pc:sldChg chg="addSp delSp modSp add mod">
        <pc:chgData name="滉平 宮台" userId="414baa33dfd03743" providerId="LiveId" clId="{8BC00410-9B89-4D01-BFE3-D65E5525569F}" dt="2025-02-11T00:49:40.373" v="543" actId="2"/>
        <pc:sldMkLst>
          <pc:docMk/>
          <pc:sldMk cId="2599909682" sldId="351"/>
        </pc:sldMkLst>
        <pc:spChg chg="del mod">
          <ac:chgData name="滉平 宮台" userId="414baa33dfd03743" providerId="LiveId" clId="{8BC00410-9B89-4D01-BFE3-D65E5525569F}" dt="2025-02-11T00:33:52.286" v="504" actId="478"/>
          <ac:spMkLst>
            <pc:docMk/>
            <pc:sldMk cId="2599909682" sldId="351"/>
            <ac:spMk id="2" creationId="{A9B25ABF-2FCC-E680-3F2C-7FE8AB62C50D}"/>
          </ac:spMkLst>
        </pc:spChg>
        <pc:spChg chg="del">
          <ac:chgData name="滉平 宮台" userId="414baa33dfd03743" providerId="LiveId" clId="{8BC00410-9B89-4D01-BFE3-D65E5525569F}" dt="2025-02-11T00:33:57.308" v="505" actId="478"/>
          <ac:spMkLst>
            <pc:docMk/>
            <pc:sldMk cId="2599909682" sldId="351"/>
            <ac:spMk id="3" creationId="{E4BA2D52-8DD4-FC04-0BA2-3C8F574524DB}"/>
          </ac:spMkLst>
        </pc:spChg>
        <pc:spChg chg="mod">
          <ac:chgData name="滉平 宮台" userId="414baa33dfd03743" providerId="LiveId" clId="{8BC00410-9B89-4D01-BFE3-D65E5525569F}" dt="2025-02-11T00:48:54.514" v="531" actId="1076"/>
          <ac:spMkLst>
            <pc:docMk/>
            <pc:sldMk cId="2599909682" sldId="351"/>
            <ac:spMk id="4" creationId="{1727CD74-FEA2-3B9C-73B8-2D496C0CA0CF}"/>
          </ac:spMkLst>
        </pc:spChg>
        <pc:spChg chg="add del mod">
          <ac:chgData name="滉平 宮台" userId="414baa33dfd03743" providerId="LiveId" clId="{8BC00410-9B89-4D01-BFE3-D65E5525569F}" dt="2025-02-11T00:34:01.007" v="506" actId="478"/>
          <ac:spMkLst>
            <pc:docMk/>
            <pc:sldMk cId="2599909682" sldId="351"/>
            <ac:spMk id="6" creationId="{B447CB4C-E852-683C-724D-9091A86448BD}"/>
          </ac:spMkLst>
        </pc:spChg>
        <pc:spChg chg="add mod">
          <ac:chgData name="滉平 宮台" userId="414baa33dfd03743" providerId="LiveId" clId="{8BC00410-9B89-4D01-BFE3-D65E5525569F}" dt="2025-02-11T00:49:03.686" v="533" actId="1076"/>
          <ac:spMkLst>
            <pc:docMk/>
            <pc:sldMk cId="2599909682" sldId="351"/>
            <ac:spMk id="7" creationId="{2D9C59B6-0AAA-F5E9-B7A9-98752708AA29}"/>
          </ac:spMkLst>
        </pc:spChg>
        <pc:spChg chg="add mod">
          <ac:chgData name="滉平 宮台" userId="414baa33dfd03743" providerId="LiveId" clId="{8BC00410-9B89-4D01-BFE3-D65E5525569F}" dt="2025-02-11T00:49:40.373" v="543" actId="2"/>
          <ac:spMkLst>
            <pc:docMk/>
            <pc:sldMk cId="2599909682" sldId="351"/>
            <ac:spMk id="8" creationId="{0C13B518-FA57-2A98-FCB2-11EA9AF44E9B}"/>
          </ac:spMkLst>
        </pc:spChg>
        <pc:spChg chg="mod">
          <ac:chgData name="滉平 宮台" userId="414baa33dfd03743" providerId="LiveId" clId="{8BC00410-9B89-4D01-BFE3-D65E5525569F}" dt="2025-02-11T00:49:00.080" v="532" actId="1076"/>
          <ac:spMkLst>
            <pc:docMk/>
            <pc:sldMk cId="2599909682" sldId="351"/>
            <ac:spMk id="9" creationId="{92AB7687-C28D-26C5-99AD-8B94E4D69D62}"/>
          </ac:spMkLst>
        </pc:spChg>
      </pc:sldChg>
      <pc:sldChg chg="addSp delSp modSp add mod">
        <pc:chgData name="滉平 宮台" userId="414baa33dfd03743" providerId="LiveId" clId="{8BC00410-9B89-4D01-BFE3-D65E5525569F}" dt="2025-02-11T01:00:44.324" v="571" actId="2"/>
        <pc:sldMkLst>
          <pc:docMk/>
          <pc:sldMk cId="484744473" sldId="352"/>
        </pc:sldMkLst>
        <pc:spChg chg="add mod">
          <ac:chgData name="滉平 宮台" userId="414baa33dfd03743" providerId="LiveId" clId="{8BC00410-9B89-4D01-BFE3-D65E5525569F}" dt="2025-02-11T00:59:08.178" v="563" actId="14100"/>
          <ac:spMkLst>
            <pc:docMk/>
            <pc:sldMk cId="484744473" sldId="352"/>
            <ac:spMk id="2" creationId="{A0A23E91-2D7B-67AA-7FF1-636034B19882}"/>
          </ac:spMkLst>
        </pc:spChg>
        <pc:spChg chg="add mod">
          <ac:chgData name="滉平 宮台" userId="414baa33dfd03743" providerId="LiveId" clId="{8BC00410-9B89-4D01-BFE3-D65E5525569F}" dt="2025-02-11T01:00:44.324" v="571" actId="2"/>
          <ac:spMkLst>
            <pc:docMk/>
            <pc:sldMk cId="484744473" sldId="352"/>
            <ac:spMk id="3" creationId="{F9432277-6CDD-AFED-8FBD-E96B064BB732}"/>
          </ac:spMkLst>
        </pc:spChg>
        <pc:spChg chg="mod">
          <ac:chgData name="滉平 宮台" userId="414baa33dfd03743" providerId="LiveId" clId="{8BC00410-9B89-4D01-BFE3-D65E5525569F}" dt="2025-02-11T00:58:31.640" v="559" actId="14100"/>
          <ac:spMkLst>
            <pc:docMk/>
            <pc:sldMk cId="484744473" sldId="352"/>
            <ac:spMk id="4" creationId="{E9CA774C-F63C-0ADD-8493-FC0673944D7C}"/>
          </ac:spMkLst>
        </pc:spChg>
        <pc:spChg chg="del">
          <ac:chgData name="滉平 宮台" userId="414baa33dfd03743" providerId="LiveId" clId="{8BC00410-9B89-4D01-BFE3-D65E5525569F}" dt="2025-02-11T00:57:26.722" v="546" actId="478"/>
          <ac:spMkLst>
            <pc:docMk/>
            <pc:sldMk cId="484744473" sldId="352"/>
            <ac:spMk id="7" creationId="{7DC73BF6-6FFF-8756-2492-F87BCF616A82}"/>
          </ac:spMkLst>
        </pc:spChg>
        <pc:spChg chg="del">
          <ac:chgData name="滉平 宮台" userId="414baa33dfd03743" providerId="LiveId" clId="{8BC00410-9B89-4D01-BFE3-D65E5525569F}" dt="2025-02-11T00:57:28.935" v="547" actId="478"/>
          <ac:spMkLst>
            <pc:docMk/>
            <pc:sldMk cId="484744473" sldId="352"/>
            <ac:spMk id="8" creationId="{11384CB1-4054-261C-DA44-4E7507BD458C}"/>
          </ac:spMkLst>
        </pc:spChg>
        <pc:spChg chg="mod">
          <ac:chgData name="滉平 宮台" userId="414baa33dfd03743" providerId="LiveId" clId="{8BC00410-9B89-4D01-BFE3-D65E5525569F}" dt="2025-02-11T00:58:20.816" v="558" actId="14100"/>
          <ac:spMkLst>
            <pc:docMk/>
            <pc:sldMk cId="484744473" sldId="352"/>
            <ac:spMk id="9" creationId="{716CC27D-C814-073C-5D4F-E981B00223C2}"/>
          </ac:spMkLst>
        </pc:spChg>
      </pc:sldChg>
      <pc:sldChg chg="addSp delSp modSp add mod">
        <pc:chgData name="滉平 宮台" userId="414baa33dfd03743" providerId="LiveId" clId="{8BC00410-9B89-4D01-BFE3-D65E5525569F}" dt="2025-02-11T01:24:38.135" v="703" actId="20577"/>
        <pc:sldMkLst>
          <pc:docMk/>
          <pc:sldMk cId="4284721966" sldId="353"/>
        </pc:sldMkLst>
        <pc:spChg chg="del">
          <ac:chgData name="滉平 宮台" userId="414baa33dfd03743" providerId="LiveId" clId="{8BC00410-9B89-4D01-BFE3-D65E5525569F}" dt="2025-02-11T01:18:36.298" v="594" actId="478"/>
          <ac:spMkLst>
            <pc:docMk/>
            <pc:sldMk cId="4284721966" sldId="353"/>
            <ac:spMk id="2" creationId="{C126DEF6-DDBF-5B1B-46B6-F3D9700FCA10}"/>
          </ac:spMkLst>
        </pc:spChg>
        <pc:spChg chg="del">
          <ac:chgData name="滉平 宮台" userId="414baa33dfd03743" providerId="LiveId" clId="{8BC00410-9B89-4D01-BFE3-D65E5525569F}" dt="2025-02-11T01:18:39.049" v="595" actId="478"/>
          <ac:spMkLst>
            <pc:docMk/>
            <pc:sldMk cId="4284721966" sldId="353"/>
            <ac:spMk id="3" creationId="{DA47DC49-913E-78E5-B1B7-A22009B35946}"/>
          </ac:spMkLst>
        </pc:spChg>
        <pc:spChg chg="mod">
          <ac:chgData name="滉平 宮台" userId="414baa33dfd03743" providerId="LiveId" clId="{8BC00410-9B89-4D01-BFE3-D65E5525569F}" dt="2025-02-11T01:15:48.733" v="593" actId="2"/>
          <ac:spMkLst>
            <pc:docMk/>
            <pc:sldMk cId="4284721966" sldId="353"/>
            <ac:spMk id="4" creationId="{9312F29D-58AF-EA30-26E9-001BE24C5E41}"/>
          </ac:spMkLst>
        </pc:spChg>
        <pc:spChg chg="add mod">
          <ac:chgData name="滉平 宮台" userId="414baa33dfd03743" providerId="LiveId" clId="{8BC00410-9B89-4D01-BFE3-D65E5525569F}" dt="2025-02-11T01:24:38.135" v="703" actId="20577"/>
          <ac:spMkLst>
            <pc:docMk/>
            <pc:sldMk cId="4284721966" sldId="353"/>
            <ac:spMk id="5" creationId="{F9F37AB8-751D-EA54-F32C-FABB10C7159C}"/>
          </ac:spMkLst>
        </pc:spChg>
        <pc:spChg chg="mod">
          <ac:chgData name="滉平 宮台" userId="414baa33dfd03743" providerId="LiveId" clId="{8BC00410-9B89-4D01-BFE3-D65E5525569F}" dt="2025-02-11T01:20:11.153" v="610" actId="1076"/>
          <ac:spMkLst>
            <pc:docMk/>
            <pc:sldMk cId="4284721966" sldId="353"/>
            <ac:spMk id="9" creationId="{CD0AB057-193E-6177-B39F-5F0DD2422D3C}"/>
          </ac:spMkLst>
        </pc:spChg>
      </pc:sldChg>
      <pc:sldChg chg="modSp add mod">
        <pc:chgData name="滉平 宮台" userId="414baa33dfd03743" providerId="LiveId" clId="{8BC00410-9B89-4D01-BFE3-D65E5525569F}" dt="2025-02-11T02:46:58.608" v="709" actId="20577"/>
        <pc:sldMkLst>
          <pc:docMk/>
          <pc:sldMk cId="141173252" sldId="354"/>
        </pc:sldMkLst>
        <pc:spChg chg="mod">
          <ac:chgData name="滉平 宮台" userId="414baa33dfd03743" providerId="LiveId" clId="{8BC00410-9B89-4D01-BFE3-D65E5525569F}" dt="2025-02-11T02:46:58.608" v="709" actId="20577"/>
          <ac:spMkLst>
            <pc:docMk/>
            <pc:sldMk cId="141173252" sldId="354"/>
            <ac:spMk id="2" creationId="{4111F2F1-A3F9-1376-71E2-1E4E8F155274}"/>
          </ac:spMkLst>
        </pc:spChg>
      </pc:sldChg>
      <pc:sldChg chg="modSp add mod">
        <pc:chgData name="滉平 宮台" userId="414baa33dfd03743" providerId="LiveId" clId="{8BC00410-9B89-4D01-BFE3-D65E5525569F}" dt="2025-02-11T13:06:26.875" v="1024" actId="5793"/>
        <pc:sldMkLst>
          <pc:docMk/>
          <pc:sldMk cId="3416943551" sldId="355"/>
        </pc:sldMkLst>
        <pc:spChg chg="mod">
          <ac:chgData name="滉平 宮台" userId="414baa33dfd03743" providerId="LiveId" clId="{8BC00410-9B89-4D01-BFE3-D65E5525569F}" dt="2025-02-11T03:01:00.917" v="711"/>
          <ac:spMkLst>
            <pc:docMk/>
            <pc:sldMk cId="3416943551" sldId="355"/>
            <ac:spMk id="2" creationId="{6AE4308A-DB3B-0E6A-3B86-F99438DF97ED}"/>
          </ac:spMkLst>
        </pc:spChg>
        <pc:spChg chg="mod">
          <ac:chgData name="滉平 宮台" userId="414baa33dfd03743" providerId="LiveId" clId="{8BC00410-9B89-4D01-BFE3-D65E5525569F}" dt="2025-02-11T13:06:26.875" v="1024" actId="5793"/>
          <ac:spMkLst>
            <pc:docMk/>
            <pc:sldMk cId="3416943551" sldId="355"/>
            <ac:spMk id="3" creationId="{47BC12D2-2025-953F-E8A1-F0CE3CF42EAA}"/>
          </ac:spMkLst>
        </pc:spChg>
      </pc:sldChg>
      <pc:sldChg chg="addSp delSp modSp add mod">
        <pc:chgData name="滉平 宮台" userId="414baa33dfd03743" providerId="LiveId" clId="{8BC00410-9B89-4D01-BFE3-D65E5525569F}" dt="2025-02-11T13:49:57.823" v="1158" actId="1076"/>
        <pc:sldMkLst>
          <pc:docMk/>
          <pc:sldMk cId="1320088582" sldId="356"/>
        </pc:sldMkLst>
        <pc:spChg chg="mod">
          <ac:chgData name="滉平 宮台" userId="414baa33dfd03743" providerId="LiveId" clId="{8BC00410-9B89-4D01-BFE3-D65E5525569F}" dt="2025-02-11T13:13:13.164" v="1044" actId="20577"/>
          <ac:spMkLst>
            <pc:docMk/>
            <pc:sldMk cId="1320088582" sldId="356"/>
            <ac:spMk id="2" creationId="{262F5132-AF1C-B66C-EA80-B13D3CCD0F6E}"/>
          </ac:spMkLst>
        </pc:spChg>
        <pc:spChg chg="mod">
          <ac:chgData name="滉平 宮台" userId="414baa33dfd03743" providerId="LiveId" clId="{8BC00410-9B89-4D01-BFE3-D65E5525569F}" dt="2025-02-11T13:33:50.053" v="1101" actId="1076"/>
          <ac:spMkLst>
            <pc:docMk/>
            <pc:sldMk cId="1320088582" sldId="356"/>
            <ac:spMk id="3" creationId="{3F22D43D-0521-250C-4E06-0F793BC24442}"/>
          </ac:spMkLst>
        </pc:spChg>
        <pc:picChg chg="add del">
          <ac:chgData name="滉平 宮台" userId="414baa33dfd03743" providerId="LiveId" clId="{8BC00410-9B89-4D01-BFE3-D65E5525569F}" dt="2025-02-11T13:32:23.954" v="1097" actId="478"/>
          <ac:picMkLst>
            <pc:docMk/>
            <pc:sldMk cId="1320088582" sldId="356"/>
            <ac:picMk id="5" creationId="{A3DABC19-BD7D-38AB-DA71-8E4C5248F7D5}"/>
          </ac:picMkLst>
        </pc:picChg>
        <pc:picChg chg="add del mod">
          <ac:chgData name="滉平 宮台" userId="414baa33dfd03743" providerId="LiveId" clId="{8BC00410-9B89-4D01-BFE3-D65E5525569F}" dt="2025-02-11T13:33:10.393" v="1100" actId="478"/>
          <ac:picMkLst>
            <pc:docMk/>
            <pc:sldMk cId="1320088582" sldId="356"/>
            <ac:picMk id="7" creationId="{47C819E6-7804-785E-C785-E16F65575DDA}"/>
          </ac:picMkLst>
        </pc:picChg>
        <pc:picChg chg="add mod">
          <ac:chgData name="滉平 宮台" userId="414baa33dfd03743" providerId="LiveId" clId="{8BC00410-9B89-4D01-BFE3-D65E5525569F}" dt="2025-02-11T13:49:57.823" v="1158" actId="1076"/>
          <ac:picMkLst>
            <pc:docMk/>
            <pc:sldMk cId="1320088582" sldId="356"/>
            <ac:picMk id="9" creationId="{7A5AD16B-740A-0838-B4F7-C96BA37AB8DC}"/>
          </ac:picMkLst>
        </pc:picChg>
      </pc:sldChg>
      <pc:sldChg chg="addSp delSp modSp add mod">
        <pc:chgData name="滉平 宮台" userId="414baa33dfd03743" providerId="LiveId" clId="{8BC00410-9B89-4D01-BFE3-D65E5525569F}" dt="2025-02-11T13:49:20.448" v="1154" actId="14100"/>
        <pc:sldMkLst>
          <pc:docMk/>
          <pc:sldMk cId="1628425088" sldId="357"/>
        </pc:sldMkLst>
        <pc:spChg chg="del mod">
          <ac:chgData name="滉平 宮台" userId="414baa33dfd03743" providerId="LiveId" clId="{8BC00410-9B89-4D01-BFE3-D65E5525569F}" dt="2025-02-11T13:42:22.766" v="1112" actId="478"/>
          <ac:spMkLst>
            <pc:docMk/>
            <pc:sldMk cId="1628425088" sldId="357"/>
            <ac:spMk id="2" creationId="{2BBAD5D6-6476-1181-8E97-E7F26E6DEDDA}"/>
          </ac:spMkLst>
        </pc:spChg>
        <pc:spChg chg="mod">
          <ac:chgData name="滉平 宮台" userId="414baa33dfd03743" providerId="LiveId" clId="{8BC00410-9B89-4D01-BFE3-D65E5525569F}" dt="2025-02-11T13:47:33.712" v="1145"/>
          <ac:spMkLst>
            <pc:docMk/>
            <pc:sldMk cId="1628425088" sldId="357"/>
            <ac:spMk id="3" creationId="{5CA8D4F7-80AF-FE50-E77D-DE5C46620447}"/>
          </ac:spMkLst>
        </pc:spChg>
        <pc:picChg chg="add mod">
          <ac:chgData name="滉平 宮台" userId="414baa33dfd03743" providerId="LiveId" clId="{8BC00410-9B89-4D01-BFE3-D65E5525569F}" dt="2025-02-11T13:49:20.448" v="1154" actId="14100"/>
          <ac:picMkLst>
            <pc:docMk/>
            <pc:sldMk cId="1628425088" sldId="357"/>
            <ac:picMk id="5" creationId="{7CB40A43-D058-CBE1-45B1-5DF91BFE60F8}"/>
          </ac:picMkLst>
        </pc:picChg>
        <pc:picChg chg="del">
          <ac:chgData name="滉平 宮台" userId="414baa33dfd03743" providerId="LiveId" clId="{8BC00410-9B89-4D01-BFE3-D65E5525569F}" dt="2025-02-11T13:47:43.400" v="1146" actId="478"/>
          <ac:picMkLst>
            <pc:docMk/>
            <pc:sldMk cId="1628425088" sldId="357"/>
            <ac:picMk id="9" creationId="{C5FE9740-3AE0-3D99-E374-E1B7973B1675}"/>
          </ac:picMkLst>
        </pc:picChg>
      </pc:sldChg>
      <pc:sldChg chg="modSp add mod">
        <pc:chgData name="滉平 宮台" userId="414baa33dfd03743" providerId="LiveId" clId="{8BC00410-9B89-4D01-BFE3-D65E5525569F}" dt="2025-02-12T13:16:30.680" v="1162" actId="20577"/>
        <pc:sldMkLst>
          <pc:docMk/>
          <pc:sldMk cId="2273843887" sldId="358"/>
        </pc:sldMkLst>
        <pc:spChg chg="mod">
          <ac:chgData name="滉平 宮台" userId="414baa33dfd03743" providerId="LiveId" clId="{8BC00410-9B89-4D01-BFE3-D65E5525569F}" dt="2025-02-12T13:16:30.680" v="1162" actId="20577"/>
          <ac:spMkLst>
            <pc:docMk/>
            <pc:sldMk cId="2273843887" sldId="358"/>
            <ac:spMk id="2" creationId="{1DE0D02D-A4D5-0E1C-4349-A019E9318677}"/>
          </ac:spMkLst>
        </pc:spChg>
      </pc:sldChg>
      <pc:sldChg chg="addSp delSp modSp add mod">
        <pc:chgData name="滉平 宮台" userId="414baa33dfd03743" providerId="LiveId" clId="{8BC00410-9B89-4D01-BFE3-D65E5525569F}" dt="2025-02-12T13:25:41.613" v="1191" actId="2"/>
        <pc:sldMkLst>
          <pc:docMk/>
          <pc:sldMk cId="1140345793" sldId="359"/>
        </pc:sldMkLst>
        <pc:spChg chg="del">
          <ac:chgData name="滉平 宮台" userId="414baa33dfd03743" providerId="LiveId" clId="{8BC00410-9B89-4D01-BFE3-D65E5525569F}" dt="2025-02-12T13:21:17.210" v="1165" actId="478"/>
          <ac:spMkLst>
            <pc:docMk/>
            <pc:sldMk cId="1140345793" sldId="359"/>
            <ac:spMk id="2" creationId="{31E196E6-786D-3C33-C0DE-3F9125B5370B}"/>
          </ac:spMkLst>
        </pc:spChg>
        <pc:spChg chg="mod">
          <ac:chgData name="滉平 宮台" userId="414baa33dfd03743" providerId="LiveId" clId="{8BC00410-9B89-4D01-BFE3-D65E5525569F}" dt="2025-02-12T13:25:41.613" v="1191" actId="2"/>
          <ac:spMkLst>
            <pc:docMk/>
            <pc:sldMk cId="1140345793" sldId="359"/>
            <ac:spMk id="3" creationId="{F133D188-646B-E864-CD3F-D8725F4645E1}"/>
          </ac:spMkLst>
        </pc:spChg>
        <pc:spChg chg="add del mod">
          <ac:chgData name="滉平 宮台" userId="414baa33dfd03743" providerId="LiveId" clId="{8BC00410-9B89-4D01-BFE3-D65E5525569F}" dt="2025-02-12T13:21:23.750" v="1167" actId="478"/>
          <ac:spMkLst>
            <pc:docMk/>
            <pc:sldMk cId="1140345793" sldId="359"/>
            <ac:spMk id="5" creationId="{3AA79B06-8352-818F-5422-1D596DB510C5}"/>
          </ac:spMkLst>
        </pc:spChg>
      </pc:sldChg>
      <pc:sldChg chg="modSp add mod">
        <pc:chgData name="滉平 宮台" userId="414baa33dfd03743" providerId="LiveId" clId="{8BC00410-9B89-4D01-BFE3-D65E5525569F}" dt="2025-02-12T13:28:09.799" v="1217" actId="5793"/>
        <pc:sldMkLst>
          <pc:docMk/>
          <pc:sldMk cId="1006721376" sldId="360"/>
        </pc:sldMkLst>
        <pc:spChg chg="mod">
          <ac:chgData name="滉平 宮台" userId="414baa33dfd03743" providerId="LiveId" clId="{8BC00410-9B89-4D01-BFE3-D65E5525569F}" dt="2025-02-12T13:28:09.799" v="1217" actId="5793"/>
          <ac:spMkLst>
            <pc:docMk/>
            <pc:sldMk cId="1006721376" sldId="360"/>
            <ac:spMk id="3" creationId="{B9BE8FFD-1162-87FD-93AE-61F5E1195E4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25786A0-F943-46A4-BDF7-585CC2F5C9CF}"/>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A57D2AF5-2E41-4704-AEF4-8AC00ACEFB51}"/>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B5C59BA4-7C1B-4DE2-B397-F366871A932A}" type="datetimeFigureOut">
              <a:rPr kumimoji="1" lang="ja-JP" altLang="en-US" smtClean="0"/>
              <a:t>2025/12/31</a:t>
            </a:fld>
            <a:endParaRPr kumimoji="1" lang="ja-JP" altLang="en-US"/>
          </a:p>
        </p:txBody>
      </p:sp>
      <p:sp>
        <p:nvSpPr>
          <p:cNvPr id="4" name="フッター プレースホルダー 3">
            <a:extLst>
              <a:ext uri="{FF2B5EF4-FFF2-40B4-BE49-F238E27FC236}">
                <a16:creationId xmlns:a16="http://schemas.microsoft.com/office/drawing/2014/main" id="{A512789A-8480-4E87-81B1-2DB3C6E38298}"/>
              </a:ext>
            </a:extLst>
          </p:cNvPr>
          <p:cNvSpPr>
            <a:spLocks noGrp="1"/>
          </p:cNvSpPr>
          <p:nvPr>
            <p:ph type="ftr" sz="quarter" idx="2"/>
          </p:nvPr>
        </p:nvSpPr>
        <p:spPr>
          <a:xfrm>
            <a:off x="0" y="11580813"/>
            <a:ext cx="2971800" cy="6111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A1B4E3D-58CA-4C42-ABF4-EC9A73758608}"/>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827AFF99-33FA-4175-B784-7A36C98D0C7E}" type="slidenum">
              <a:rPr kumimoji="1" lang="ja-JP" altLang="en-US" smtClean="0"/>
              <a:t>‹#›</a:t>
            </a:fld>
            <a:endParaRPr kumimoji="1" lang="ja-JP" altLang="en-US"/>
          </a:p>
        </p:txBody>
      </p:sp>
    </p:spTree>
    <p:extLst>
      <p:ext uri="{BB962C8B-B14F-4D97-AF65-F5344CB8AC3E}">
        <p14:creationId xmlns:p14="http://schemas.microsoft.com/office/powerpoint/2010/main" val="35836844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23493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3316711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サブタイトル">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4134FB-B61C-477A-A830-C30E282A6B47}"/>
              </a:ext>
            </a:extLst>
          </p:cNvPr>
          <p:cNvSpPr>
            <a:spLocks noGrp="1"/>
          </p:cNvSpPr>
          <p:nvPr>
            <p:ph type="title" hasCustomPrompt="1"/>
          </p:nvPr>
        </p:nvSpPr>
        <p:spPr>
          <a:xfrm>
            <a:off x="147320" y="3118485"/>
            <a:ext cx="11902440" cy="823595"/>
          </a:xfrm>
          <a:prstGeom prst="rect">
            <a:avLst/>
          </a:prstGeom>
        </p:spPr>
        <p:txBody>
          <a:bodyPr/>
          <a:lstStyle>
            <a:lvl1pPr>
              <a:defRPr/>
            </a:lvl1pPr>
          </a:lstStyle>
          <a:p>
            <a:r>
              <a:rPr kumimoji="1" lang="ja-JP" altLang="en-US" dirty="0"/>
              <a:t>ドキュメントタイトル</a:t>
            </a:r>
          </a:p>
        </p:txBody>
      </p:sp>
    </p:spTree>
    <p:extLst>
      <p:ext uri="{BB962C8B-B14F-4D97-AF65-F5344CB8AC3E}">
        <p14:creationId xmlns:p14="http://schemas.microsoft.com/office/powerpoint/2010/main" val="1803302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11477034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色付きコンテンツ">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cxnSp>
        <p:nvCxnSpPr>
          <p:cNvPr id="14" name="直線コネクタ 13">
            <a:extLst>
              <a:ext uri="{FF2B5EF4-FFF2-40B4-BE49-F238E27FC236}">
                <a16:creationId xmlns:a16="http://schemas.microsoft.com/office/drawing/2014/main" id="{69A47B41-66FD-40FE-BB68-61EE6E36AD15}"/>
              </a:ext>
            </a:extLst>
          </p:cNvPr>
          <p:cNvCxnSpPr>
            <a:cxnSpLocks/>
          </p:cNvCxnSpPr>
          <p:nvPr userDrawn="1"/>
        </p:nvCxnSpPr>
        <p:spPr>
          <a:xfrm>
            <a:off x="147320" y="853440"/>
            <a:ext cx="11902440" cy="0"/>
          </a:xfrm>
          <a:prstGeom prst="line">
            <a:avLst/>
          </a:prstGeom>
          <a:ln w="38100">
            <a:solidFill>
              <a:srgbClr val="D1411E"/>
            </a:solidFill>
          </a:ln>
        </p:spPr>
        <p:style>
          <a:lnRef idx="1">
            <a:schemeClr val="accent1"/>
          </a:lnRef>
          <a:fillRef idx="0">
            <a:schemeClr val="accent1"/>
          </a:fillRef>
          <a:effectRef idx="0">
            <a:schemeClr val="accent1"/>
          </a:effectRef>
          <a:fontRef idx="minor">
            <a:schemeClr val="tx1"/>
          </a:fontRef>
        </p:style>
      </p:cxn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77798748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色付きコンテンツ線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タイトル プレースホルダー 2">
            <a:extLst>
              <a:ext uri="{FF2B5EF4-FFF2-40B4-BE49-F238E27FC236}">
                <a16:creationId xmlns:a16="http://schemas.microsoft.com/office/drawing/2014/main" id="{3E32C26D-19D7-4EEF-8FAE-12E71D257E06}"/>
              </a:ext>
            </a:extLst>
          </p:cNvPr>
          <p:cNvSpPr>
            <a:spLocks noGrp="1"/>
          </p:cNvSpPr>
          <p:nvPr>
            <p:ph type="title" hasCustomPrompt="1"/>
          </p:nvPr>
        </p:nvSpPr>
        <p:spPr>
          <a:xfrm>
            <a:off x="147320" y="141606"/>
            <a:ext cx="11902440" cy="711834"/>
          </a:xfrm>
          <a:prstGeom prst="rect">
            <a:avLst/>
          </a:prstGeom>
        </p:spPr>
        <p:txBody>
          <a:bodyPr vert="horz" lIns="91440" tIns="45720" rIns="91440" bIns="45720" rtlCol="0" anchor="ctr">
            <a:normAutofit/>
          </a:bodyPr>
          <a:lstStyle/>
          <a:p>
            <a:r>
              <a:rPr kumimoji="1" lang="ja-JP" altLang="en-US" dirty="0"/>
              <a:t>ページタイトル</a:t>
            </a:r>
          </a:p>
        </p:txBody>
      </p:sp>
      <p:sp>
        <p:nvSpPr>
          <p:cNvPr id="17" name="テキスト プレースホルダー 16">
            <a:extLst>
              <a:ext uri="{FF2B5EF4-FFF2-40B4-BE49-F238E27FC236}">
                <a16:creationId xmlns:a16="http://schemas.microsoft.com/office/drawing/2014/main" id="{FAE16AF1-AA57-4A56-A854-D6F26FED665D}"/>
              </a:ext>
            </a:extLst>
          </p:cNvPr>
          <p:cNvSpPr>
            <a:spLocks noGrp="1"/>
          </p:cNvSpPr>
          <p:nvPr>
            <p:ph type="body" sz="quarter" idx="10"/>
          </p:nvPr>
        </p:nvSpPr>
        <p:spPr>
          <a:xfrm>
            <a:off x="222885" y="1015683"/>
            <a:ext cx="10475913" cy="5262562"/>
          </a:xfrm>
          <a:prstGeom prst="rect">
            <a:avLst/>
          </a:prstGeo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04216133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5" r:id="rId2"/>
    <p:sldLayoutId id="2147483649" r:id="rId3"/>
    <p:sldLayoutId id="2147483653" r:id="rId4"/>
    <p:sldLayoutId id="2147483652" r:id="rId5"/>
    <p:sldLayoutId id="2147483654" r:id="rId6"/>
  </p:sldLayoutIdLst>
  <p:hf sldNum="0" hdr="0" ftr="0" dt="0"/>
  <p:txStyles>
    <p:title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F4B629F-9A4F-429D-9C68-2894ECCD1FD0}"/>
              </a:ext>
            </a:extLst>
          </p:cNvPr>
          <p:cNvSpPr>
            <a:spLocks noGrp="1"/>
          </p:cNvSpPr>
          <p:nvPr>
            <p:ph type="title"/>
          </p:nvPr>
        </p:nvSpPr>
        <p:spPr>
          <a:xfrm>
            <a:off x="973393" y="2104103"/>
            <a:ext cx="10274709" cy="2128683"/>
          </a:xfrm>
        </p:spPr>
        <p:txBody>
          <a:bodyPr/>
          <a:lstStyle/>
          <a:p>
            <a:r>
              <a:rPr kumimoji="1" lang="ja-JP" altLang="en-US" dirty="0"/>
              <a:t>「</a:t>
            </a:r>
            <a:r>
              <a:rPr kumimoji="1" lang="en-US" altLang="ja-JP" dirty="0"/>
              <a:t>37</a:t>
            </a:r>
            <a:r>
              <a:rPr kumimoji="1" lang="ja-JP" altLang="en-US" dirty="0"/>
              <a:t>のヒント」から導く：「持続的成長するエンジニア」になるために今からできること</a:t>
            </a:r>
          </a:p>
        </p:txBody>
      </p:sp>
      <p:sp>
        <p:nvSpPr>
          <p:cNvPr id="3" name="タイトル 1">
            <a:extLst>
              <a:ext uri="{FF2B5EF4-FFF2-40B4-BE49-F238E27FC236}">
                <a16:creationId xmlns:a16="http://schemas.microsoft.com/office/drawing/2014/main" id="{CA6F93DE-45C9-40F8-BACA-83B4D890F1AD}"/>
              </a:ext>
            </a:extLst>
          </p:cNvPr>
          <p:cNvSpPr txBox="1">
            <a:spLocks/>
          </p:cNvSpPr>
          <p:nvPr/>
        </p:nvSpPr>
        <p:spPr>
          <a:xfrm>
            <a:off x="9235440" y="6482715"/>
            <a:ext cx="2956560" cy="375285"/>
          </a:xfrm>
          <a:prstGeom prst="rect">
            <a:avLst/>
          </a:prstGeom>
        </p:spPr>
        <p:txBody>
          <a:bodyPr/>
          <a:lstStyle>
            <a:lvl1pPr algn="l" defTabSz="914400" rtl="0" eaLnBrk="1" latinLnBrk="0" hangingPunct="1">
              <a:spcBef>
                <a:spcPct val="0"/>
              </a:spcBef>
              <a:buNone/>
              <a:defRPr sz="4400" b="1" kern="1200">
                <a:solidFill>
                  <a:srgbClr val="002060"/>
                </a:solidFill>
                <a:latin typeface="+mn-ea"/>
                <a:ea typeface="+mn-ea"/>
                <a:cs typeface="Arial" panose="020B0604020202020204" pitchFamily="34" charset="0"/>
              </a:defRPr>
            </a:lvl1pPr>
          </a:lstStyle>
          <a:p>
            <a:pPr algn="r"/>
            <a:r>
              <a:rPr kumimoji="1" lang="ja-JP" altLang="en-US" sz="1600" dirty="0"/>
              <a:t>第</a:t>
            </a:r>
            <a:r>
              <a:rPr kumimoji="1" lang="en-US" altLang="ja-JP" sz="1600" dirty="0"/>
              <a:t>1.0</a:t>
            </a:r>
            <a:r>
              <a:rPr kumimoji="1" lang="ja-JP" altLang="en-US" sz="1600" dirty="0"/>
              <a:t>版　</a:t>
            </a:r>
            <a:r>
              <a:rPr kumimoji="1" lang="en-US" altLang="ja-JP" sz="1600" dirty="0"/>
              <a:t>2026</a:t>
            </a:r>
            <a:r>
              <a:rPr kumimoji="1" lang="ja-JP" altLang="en-US" sz="1600" dirty="0"/>
              <a:t>年</a:t>
            </a:r>
            <a:r>
              <a:rPr kumimoji="1" lang="en-US" altLang="ja-JP" sz="1600" dirty="0"/>
              <a:t>02</a:t>
            </a:r>
            <a:r>
              <a:rPr kumimoji="1" lang="ja-JP" altLang="en-US" sz="1600" dirty="0"/>
              <a:t>月</a:t>
            </a:r>
            <a:r>
              <a:rPr kumimoji="1" lang="en-US" altLang="ja-JP" sz="1600" dirty="0"/>
              <a:t>XX</a:t>
            </a:r>
            <a:r>
              <a:rPr kumimoji="1" lang="ja-JP" altLang="en-US" sz="1600" dirty="0"/>
              <a:t>日</a:t>
            </a:r>
          </a:p>
        </p:txBody>
      </p:sp>
    </p:spTree>
    <p:extLst>
      <p:ext uri="{BB962C8B-B14F-4D97-AF65-F5344CB8AC3E}">
        <p14:creationId xmlns:p14="http://schemas.microsoft.com/office/powerpoint/2010/main" val="289314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C402C823-BB59-48CB-82AA-6407C140BAEA}"/>
              </a:ext>
            </a:extLst>
          </p:cNvPr>
          <p:cNvSpPr>
            <a:spLocks noGrp="1"/>
          </p:cNvSpPr>
          <p:nvPr>
            <p:ph type="body" sz="quarter" idx="10"/>
          </p:nvPr>
        </p:nvSpPr>
        <p:spPr>
          <a:xfrm>
            <a:off x="222885" y="1015683"/>
            <a:ext cx="11826875" cy="5262562"/>
          </a:xfrm>
        </p:spPr>
        <p:txBody>
          <a:bodyPr/>
          <a:lstStyle/>
          <a:p>
            <a:pPr marL="514350" indent="-514350">
              <a:buFont typeface="+mj-lt"/>
              <a:buAutoNum type="arabicPeriod"/>
            </a:pPr>
            <a:r>
              <a:rPr kumimoji="1" lang="ja-JP" altLang="en-US" dirty="0"/>
              <a:t>今回のプレゼンの目的</a:t>
            </a:r>
          </a:p>
          <a:p>
            <a:pPr marL="514350" indent="-514350">
              <a:buFont typeface="+mj-lt"/>
              <a:buAutoNum type="arabicPeriod"/>
            </a:pPr>
            <a:r>
              <a:rPr kumimoji="1" lang="ja-JP" altLang="en-US" dirty="0"/>
              <a:t>書籍「エンジニアの持続的成長</a:t>
            </a:r>
            <a:r>
              <a:rPr kumimoji="1" lang="en-US" altLang="ja-JP" dirty="0"/>
              <a:t>37</a:t>
            </a:r>
            <a:r>
              <a:rPr kumimoji="1" lang="ja-JP" altLang="en-US" dirty="0"/>
              <a:t>のヒント」の紹介</a:t>
            </a:r>
          </a:p>
          <a:p>
            <a:pPr marL="514350" indent="-514350">
              <a:buFont typeface="+mj-lt"/>
              <a:buAutoNum type="arabicPeriod"/>
            </a:pPr>
            <a:r>
              <a:rPr kumimoji="1" lang="ja-JP" altLang="en-US" dirty="0"/>
              <a:t>「持続的成長をするエンジニア」になるために必要な要素</a:t>
            </a:r>
          </a:p>
          <a:p>
            <a:pPr marL="514350" indent="-514350">
              <a:buFont typeface="+mj-lt"/>
              <a:buAutoNum type="arabicPeriod"/>
            </a:pPr>
            <a:r>
              <a:rPr kumimoji="1" lang="ja-JP" altLang="en-US" dirty="0"/>
              <a:t>今からどんなことをすれば良いのか考えたこと</a:t>
            </a:r>
          </a:p>
          <a:p>
            <a:pPr marL="0" indent="0">
              <a:buNone/>
            </a:pPr>
            <a:endParaRPr kumimoji="1" lang="en-US" altLang="ja-JP" dirty="0"/>
          </a:p>
        </p:txBody>
      </p:sp>
      <p:sp>
        <p:nvSpPr>
          <p:cNvPr id="5" name="タイトル 4">
            <a:extLst>
              <a:ext uri="{FF2B5EF4-FFF2-40B4-BE49-F238E27FC236}">
                <a16:creationId xmlns:a16="http://schemas.microsoft.com/office/drawing/2014/main" id="{134FF4C2-717F-4C5F-AA9E-28EF2282CDC4}"/>
              </a:ext>
            </a:extLst>
          </p:cNvPr>
          <p:cNvSpPr>
            <a:spLocks noGrp="1"/>
          </p:cNvSpPr>
          <p:nvPr>
            <p:ph type="title"/>
          </p:nvPr>
        </p:nvSpPr>
        <p:spPr/>
        <p:txBody>
          <a:bodyPr>
            <a:normAutofit fontScale="90000"/>
          </a:bodyPr>
          <a:lstStyle/>
          <a:p>
            <a:r>
              <a:rPr lang="ja-JP" altLang="en-US" dirty="0"/>
              <a:t>目次</a:t>
            </a:r>
          </a:p>
        </p:txBody>
      </p:sp>
    </p:spTree>
    <p:extLst>
      <p:ext uri="{BB962C8B-B14F-4D97-AF65-F5344CB8AC3E}">
        <p14:creationId xmlns:p14="http://schemas.microsoft.com/office/powerpoint/2010/main" val="1203199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p:txBody>
          <a:bodyPr/>
          <a:lstStyle/>
          <a:p>
            <a:r>
              <a:rPr kumimoji="1" lang="en-US" altLang="ja-JP" dirty="0"/>
              <a:t>1.</a:t>
            </a:r>
            <a:r>
              <a:rPr kumimoji="1" lang="ja-JP" altLang="en-US" dirty="0"/>
              <a:t>今回のプレゼンの目的</a:t>
            </a:r>
          </a:p>
        </p:txBody>
      </p:sp>
    </p:spTree>
    <p:extLst>
      <p:ext uri="{BB962C8B-B14F-4D97-AF65-F5344CB8AC3E}">
        <p14:creationId xmlns:p14="http://schemas.microsoft.com/office/powerpoint/2010/main" val="201003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今回のプレゼンの目的</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3"/>
            <a:ext cx="11826875" cy="5262562"/>
          </a:xfrm>
        </p:spPr>
        <p:txBody>
          <a:bodyPr/>
          <a:lstStyle/>
          <a:p>
            <a:r>
              <a:rPr kumimoji="1" lang="ja-JP" altLang="en-US" dirty="0"/>
              <a:t>書籍を通じて学んだ、エンジニアが持続的に成長するために必要な要素を伝える</a:t>
            </a:r>
            <a:endParaRPr kumimoji="1" lang="en-US" altLang="ja-JP" sz="2400" dirty="0"/>
          </a:p>
          <a:p>
            <a:pPr marL="0" indent="0">
              <a:buNone/>
            </a:pPr>
            <a:endParaRPr kumimoji="1" lang="en-US" altLang="ja-JP" dirty="0"/>
          </a:p>
          <a:p>
            <a:r>
              <a:rPr kumimoji="1" lang="ja-JP" altLang="en-US" dirty="0"/>
              <a:t>エンジニアの成長要素を満たすために、今からどんなことをすれば良いのか考えて、共有する</a:t>
            </a:r>
            <a:endParaRPr kumimoji="1" lang="en-US" altLang="ja-JP" sz="2400" dirty="0"/>
          </a:p>
          <a:p>
            <a:pPr marL="0" indent="0">
              <a:buNone/>
            </a:pPr>
            <a:endParaRPr kumimoji="1" lang="en-US" altLang="ja-JP" dirty="0"/>
          </a:p>
          <a:p>
            <a:pPr marL="0" indent="0">
              <a:buNone/>
            </a:pPr>
            <a:endParaRPr kumimoji="1" lang="en-US" altLang="ja-JP" dirty="0"/>
          </a:p>
          <a:p>
            <a:pPr marL="0" indent="0">
              <a:buNone/>
            </a:pPr>
            <a:endParaRPr kumimoji="1" lang="en-US" altLang="ja-JP" dirty="0"/>
          </a:p>
        </p:txBody>
      </p:sp>
    </p:spTree>
    <p:extLst>
      <p:ext uri="{BB962C8B-B14F-4D97-AF65-F5344CB8AC3E}">
        <p14:creationId xmlns:p14="http://schemas.microsoft.com/office/powerpoint/2010/main" val="3595997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4D749E-4C59-413D-91B2-FDAD3F48B4EC}"/>
              </a:ext>
            </a:extLst>
          </p:cNvPr>
          <p:cNvSpPr>
            <a:spLocks noGrp="1"/>
          </p:cNvSpPr>
          <p:nvPr>
            <p:ph type="title"/>
          </p:nvPr>
        </p:nvSpPr>
        <p:spPr>
          <a:xfrm>
            <a:off x="147320" y="2667829"/>
            <a:ext cx="8642719" cy="1522341"/>
          </a:xfrm>
        </p:spPr>
        <p:txBody>
          <a:bodyPr/>
          <a:lstStyle/>
          <a:p>
            <a:r>
              <a:rPr kumimoji="1" lang="en-US" altLang="ja-JP" dirty="0"/>
              <a:t>2.</a:t>
            </a:r>
            <a:r>
              <a:rPr kumimoji="1" lang="ja-JP" altLang="en-US" dirty="0"/>
              <a:t>書籍「エンジニアの持続的成長</a:t>
            </a:r>
            <a:r>
              <a:rPr kumimoji="1" lang="en-US" altLang="ja-JP" dirty="0"/>
              <a:t>37</a:t>
            </a:r>
            <a:r>
              <a:rPr kumimoji="1" lang="ja-JP" altLang="en-US" dirty="0"/>
              <a:t>のヒント」の紹介</a:t>
            </a:r>
          </a:p>
        </p:txBody>
      </p:sp>
    </p:spTree>
    <p:extLst>
      <p:ext uri="{BB962C8B-B14F-4D97-AF65-F5344CB8AC3E}">
        <p14:creationId xmlns:p14="http://schemas.microsoft.com/office/powerpoint/2010/main" val="1327383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5320BF-43D3-4AB2-9ED9-596839F1E352}"/>
              </a:ext>
            </a:extLst>
          </p:cNvPr>
          <p:cNvSpPr>
            <a:spLocks noGrp="1"/>
          </p:cNvSpPr>
          <p:nvPr>
            <p:ph type="title"/>
          </p:nvPr>
        </p:nvSpPr>
        <p:spPr/>
        <p:txBody>
          <a:bodyPr>
            <a:normAutofit fontScale="90000"/>
          </a:bodyPr>
          <a:lstStyle/>
          <a:p>
            <a:r>
              <a:rPr kumimoji="1" lang="ja-JP" altLang="en-US" dirty="0"/>
              <a:t>書籍情報</a:t>
            </a:r>
          </a:p>
        </p:txBody>
      </p:sp>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3581236" y="1018642"/>
            <a:ext cx="7470222" cy="5700711"/>
          </a:xfrm>
        </p:spPr>
        <p:txBody>
          <a:bodyPr/>
          <a:lstStyle/>
          <a:p>
            <a:r>
              <a:rPr kumimoji="1" lang="ja-JP" altLang="en-US" sz="2400" dirty="0"/>
              <a:t>著</a:t>
            </a:r>
            <a:r>
              <a:rPr kumimoji="1" lang="en-US" altLang="ja-JP" sz="2400" dirty="0"/>
              <a:t>: </a:t>
            </a:r>
            <a:r>
              <a:rPr kumimoji="1" lang="ja-JP" altLang="en-US" sz="2400" dirty="0"/>
              <a:t>株式会社テクノプロ テクノプロ・デザイン社 採用本部長 「坂上 誠」</a:t>
            </a:r>
            <a:endParaRPr kumimoji="1" lang="en-US" altLang="ja-JP" sz="2400" dirty="0"/>
          </a:p>
          <a:p>
            <a:r>
              <a:rPr kumimoji="1" lang="ja-JP" altLang="en-US" sz="2400" dirty="0"/>
              <a:t>発行</a:t>
            </a:r>
            <a:r>
              <a:rPr kumimoji="1" lang="en-US" altLang="ja-JP" sz="2400" dirty="0"/>
              <a:t>: </a:t>
            </a:r>
            <a:r>
              <a:rPr kumimoji="1" lang="ja-JP" altLang="en-US" sz="2400" dirty="0"/>
              <a:t>株式会社 ビジネス教育出版社</a:t>
            </a:r>
            <a:endParaRPr kumimoji="1" lang="en-US" altLang="ja-JP" sz="2400" dirty="0"/>
          </a:p>
          <a:p>
            <a:r>
              <a:rPr kumimoji="1" lang="ja-JP" altLang="en-US" sz="2400" dirty="0"/>
              <a:t>価格</a:t>
            </a:r>
            <a:r>
              <a:rPr kumimoji="1" lang="en-US" altLang="ja-JP" sz="2400" dirty="0"/>
              <a:t>(Amazon):</a:t>
            </a:r>
            <a:r>
              <a:rPr kumimoji="1" lang="ja-JP" altLang="en-US" sz="2400" dirty="0"/>
              <a:t> </a:t>
            </a:r>
            <a:r>
              <a:rPr kumimoji="1" lang="en-US" altLang="ja-JP" sz="2400" dirty="0"/>
              <a:t>¥1,870(</a:t>
            </a:r>
            <a:r>
              <a:rPr kumimoji="1" lang="ja-JP" altLang="en-US" sz="2400" dirty="0"/>
              <a:t>税込</a:t>
            </a:r>
            <a:r>
              <a:rPr kumimoji="1" lang="en-US" altLang="ja-JP" sz="2400" dirty="0"/>
              <a:t>)</a:t>
            </a:r>
          </a:p>
        </p:txBody>
      </p:sp>
      <p:pic>
        <p:nvPicPr>
          <p:cNvPr id="5" name="図 4">
            <a:extLst>
              <a:ext uri="{FF2B5EF4-FFF2-40B4-BE49-F238E27FC236}">
                <a16:creationId xmlns:a16="http://schemas.microsoft.com/office/drawing/2014/main" id="{127D32D6-42ED-9A09-8706-5E9500FB29B8}"/>
              </a:ext>
            </a:extLst>
          </p:cNvPr>
          <p:cNvPicPr>
            <a:picLocks noChangeAspect="1"/>
          </p:cNvPicPr>
          <p:nvPr/>
        </p:nvPicPr>
        <p:blipFill>
          <a:blip r:embed="rId2"/>
          <a:stretch>
            <a:fillRect/>
          </a:stretch>
        </p:blipFill>
        <p:spPr>
          <a:xfrm>
            <a:off x="328377" y="1015682"/>
            <a:ext cx="3019425" cy="4438650"/>
          </a:xfrm>
          <a:prstGeom prst="rect">
            <a:avLst/>
          </a:prstGeom>
        </p:spPr>
      </p:pic>
      <p:sp>
        <p:nvSpPr>
          <p:cNvPr id="9" name="テキスト ボックス 8">
            <a:extLst>
              <a:ext uri="{FF2B5EF4-FFF2-40B4-BE49-F238E27FC236}">
                <a16:creationId xmlns:a16="http://schemas.microsoft.com/office/drawing/2014/main" id="{978791A7-3603-9CF9-4525-637C9E308BE1}"/>
              </a:ext>
            </a:extLst>
          </p:cNvPr>
          <p:cNvSpPr txBox="1"/>
          <p:nvPr/>
        </p:nvSpPr>
        <p:spPr>
          <a:xfrm>
            <a:off x="328376" y="5611485"/>
            <a:ext cx="3019425" cy="830997"/>
          </a:xfrm>
          <a:prstGeom prst="rect">
            <a:avLst/>
          </a:prstGeom>
          <a:noFill/>
        </p:spPr>
        <p:txBody>
          <a:bodyPr wrap="square" rtlCol="0">
            <a:spAutoFit/>
          </a:bodyPr>
          <a:lstStyle/>
          <a:p>
            <a:r>
              <a:rPr kumimoji="1" lang="ja-JP" altLang="en-US" sz="1200" dirty="0"/>
              <a:t>出典</a:t>
            </a:r>
            <a:r>
              <a:rPr kumimoji="1" lang="en-US" altLang="ja-JP" sz="1200" dirty="0"/>
              <a:t>: https://www.amazon.co.jp/dp/4828311149?tag=note0e2a-22&amp;linkCode=ogi&amp;th=1&amp;psc=1</a:t>
            </a:r>
            <a:endParaRPr kumimoji="1" lang="ja-JP" altLang="en-US" sz="1200" dirty="0"/>
          </a:p>
        </p:txBody>
      </p:sp>
    </p:spTree>
    <p:extLst>
      <p:ext uri="{BB962C8B-B14F-4D97-AF65-F5344CB8AC3E}">
        <p14:creationId xmlns:p14="http://schemas.microsoft.com/office/powerpoint/2010/main" val="957997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7FA8F-7508-AE64-753D-0EF9EB8274F7}"/>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A6E6085-AC13-3555-5F5B-EABBBD0C33BA}"/>
              </a:ext>
            </a:extLst>
          </p:cNvPr>
          <p:cNvSpPr>
            <a:spLocks noGrp="1"/>
          </p:cNvSpPr>
          <p:nvPr>
            <p:ph type="body" sz="quarter" idx="10"/>
          </p:nvPr>
        </p:nvSpPr>
        <p:spPr>
          <a:xfrm>
            <a:off x="222885" y="1015682"/>
            <a:ext cx="11826875" cy="5700711"/>
          </a:xfrm>
        </p:spPr>
        <p:txBody>
          <a:bodyPr/>
          <a:lstStyle/>
          <a:p>
            <a:r>
              <a:rPr kumimoji="1" lang="ja-JP" altLang="en-US" sz="2400" dirty="0"/>
              <a:t>読んだ背景</a:t>
            </a:r>
            <a:endParaRPr kumimoji="1" lang="en-US" altLang="ja-JP" sz="2400" dirty="0"/>
          </a:p>
          <a:p>
            <a:pPr lvl="1"/>
            <a:r>
              <a:rPr kumimoji="1" lang="ja-JP" altLang="en-US" sz="2400" dirty="0"/>
              <a:t>社会のニーズの激しい変化、テクノロジーの加速度的発展、将来のジョブ型雇用移行などによる雇用流動性の上昇に伴う自律的成長の必要性</a:t>
            </a:r>
            <a:endParaRPr kumimoji="1" lang="en-US" altLang="ja-JP" sz="2400" dirty="0"/>
          </a:p>
          <a:p>
            <a:pPr lvl="2"/>
            <a:r>
              <a:rPr kumimoji="1" lang="ja-JP" altLang="en-US" b="1" dirty="0"/>
              <a:t>「自分の仕事がなくなるのではないか」、「市場価値のあるエンジニアであるのか」、「自律的な成長が出来ているのか」</a:t>
            </a:r>
            <a:r>
              <a:rPr kumimoji="1" lang="ja-JP" altLang="en-US" dirty="0"/>
              <a:t>不安に思っていた</a:t>
            </a:r>
            <a:endParaRPr kumimoji="1" lang="en-US" altLang="ja-JP" dirty="0"/>
          </a:p>
          <a:p>
            <a:pPr marL="0" indent="0">
              <a:buNone/>
            </a:pPr>
            <a:endParaRPr kumimoji="1" lang="en-US" altLang="ja-JP" dirty="0"/>
          </a:p>
          <a:p>
            <a:pPr lvl="1"/>
            <a:r>
              <a:rPr kumimoji="1" lang="ja-JP" altLang="en-US" sz="2400" dirty="0"/>
              <a:t>タイトルを見て、「持続的成長とは何か」、「持続的に成長するにはどうすれば良いのか」について学び、今後も</a:t>
            </a:r>
            <a:r>
              <a:rPr kumimoji="1" lang="ja-JP" altLang="en-US" sz="2400" b="1" dirty="0">
                <a:solidFill>
                  <a:srgbClr val="FF0000"/>
                </a:solidFill>
              </a:rPr>
              <a:t>エンジニアとして生きていくための道標</a:t>
            </a:r>
            <a:r>
              <a:rPr kumimoji="1" lang="ja-JP" altLang="en-US" sz="2400" dirty="0"/>
              <a:t>を作りたいと思った</a:t>
            </a: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2885232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51A8-29FA-4923-3071-600EB13C9AD5}"/>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BEA0659-0D1C-A3ED-F77A-0B8C9A651690}"/>
              </a:ext>
            </a:extLst>
          </p:cNvPr>
          <p:cNvSpPr>
            <a:spLocks noGrp="1"/>
          </p:cNvSpPr>
          <p:nvPr>
            <p:ph type="body" sz="quarter" idx="10"/>
          </p:nvPr>
        </p:nvSpPr>
        <p:spPr>
          <a:xfrm>
            <a:off x="222885" y="1015682"/>
            <a:ext cx="11826875" cy="5700711"/>
          </a:xfrm>
        </p:spPr>
        <p:txBody>
          <a:bodyPr/>
          <a:lstStyle/>
          <a:p>
            <a:r>
              <a:rPr kumimoji="1" lang="ja-JP" altLang="en-US" sz="2400" dirty="0"/>
              <a:t>概要</a:t>
            </a:r>
            <a:endParaRPr kumimoji="1" lang="en-US" altLang="ja-JP" sz="2400" dirty="0"/>
          </a:p>
          <a:p>
            <a:pPr lvl="1"/>
            <a:r>
              <a:rPr kumimoji="1" lang="ja-JP" altLang="en-US" sz="2400" dirty="0"/>
              <a:t>テクノロジーの変化の速さ、日本の独特の社会構造、会社とエンジニア双方の自律的学びの意識の低さといった要因で、技術習得が追いつかず、</a:t>
            </a:r>
            <a:r>
              <a:rPr kumimoji="1" lang="en-US" altLang="ja-JP" sz="2400" dirty="0"/>
              <a:t>10</a:t>
            </a:r>
            <a:r>
              <a:rPr kumimoji="1" lang="ja-JP" altLang="en-US" sz="2400" dirty="0"/>
              <a:t>年後にスキルの陳腐化とキャリアパスの先細りによりエンジニアをやめてしまう状況があることを</a:t>
            </a:r>
            <a:r>
              <a:rPr kumimoji="1" lang="ja-JP" altLang="en-US" sz="2400" b="1" dirty="0"/>
              <a:t>「不幸」であり「課題」</a:t>
            </a:r>
            <a:r>
              <a:rPr kumimoji="1" lang="ja-JP" altLang="en-US" sz="2400" dirty="0"/>
              <a:t>と捉えている</a:t>
            </a:r>
            <a:endParaRPr kumimoji="1" lang="en-US" altLang="ja-JP" sz="2400" dirty="0"/>
          </a:p>
          <a:p>
            <a:pPr marL="457200" lvl="1" indent="0">
              <a:buNone/>
            </a:pPr>
            <a:endParaRPr kumimoji="1" lang="en-US" altLang="ja-JP" dirty="0"/>
          </a:p>
          <a:p>
            <a:pPr lvl="1"/>
            <a:r>
              <a:rPr kumimoji="1" lang="ja-JP" altLang="en-US" sz="2400" dirty="0"/>
              <a:t>激しい技術革新の中でエンジニアが市場価値を維持・向上させ、充実したキャリアを築くことで、長期的に活躍し続けるための具体的な指針を</a:t>
            </a:r>
            <a:r>
              <a:rPr kumimoji="1" lang="en-US" altLang="ja-JP" sz="2400" b="1" dirty="0"/>
              <a:t>37</a:t>
            </a:r>
            <a:r>
              <a:rPr kumimoji="1" lang="ja-JP" altLang="en-US" sz="2400" dirty="0"/>
              <a:t>項目にわたって解説している</a:t>
            </a:r>
            <a:endParaRPr kumimoji="1" lang="en-US" altLang="ja-JP" sz="2400" dirty="0"/>
          </a:p>
          <a:p>
            <a:pPr marL="457200" lvl="1" indent="0">
              <a:buNone/>
            </a:pPr>
            <a:endParaRPr kumimoji="1" lang="en-US" altLang="ja-JP" sz="2400" dirty="0"/>
          </a:p>
          <a:p>
            <a:pPr lvl="1"/>
            <a:r>
              <a:rPr kumimoji="1" lang="ja-JP" altLang="en-US" sz="2400" dirty="0"/>
              <a:t>以後の資料では、「本書」とする</a:t>
            </a: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71837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02D98-A66B-BDB4-6C92-3DC6ADCA82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20400A0-EBC5-0BEF-43BF-FD62695CCF14}"/>
              </a:ext>
            </a:extLst>
          </p:cNvPr>
          <p:cNvSpPr>
            <a:spLocks noGrp="1"/>
          </p:cNvSpPr>
          <p:nvPr>
            <p:ph type="title"/>
          </p:nvPr>
        </p:nvSpPr>
        <p:spPr>
          <a:xfrm>
            <a:off x="147320" y="2653081"/>
            <a:ext cx="9095003" cy="1551838"/>
          </a:xfrm>
        </p:spPr>
        <p:txBody>
          <a:bodyPr/>
          <a:lstStyle/>
          <a:p>
            <a:r>
              <a:rPr kumimoji="1" lang="en-US" altLang="ja-JP" dirty="0"/>
              <a:t>3.</a:t>
            </a:r>
            <a:r>
              <a:rPr kumimoji="1" lang="ja-JP" altLang="en-US" dirty="0"/>
              <a:t>「持続的成長をするエンジニア」になるために必要な要素</a:t>
            </a:r>
          </a:p>
        </p:txBody>
      </p:sp>
    </p:spTree>
    <p:extLst>
      <p:ext uri="{BB962C8B-B14F-4D97-AF65-F5344CB8AC3E}">
        <p14:creationId xmlns:p14="http://schemas.microsoft.com/office/powerpoint/2010/main" val="4275789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9BF031A-AEAA-42B7-997E-73DB24388A4D}"/>
              </a:ext>
            </a:extLst>
          </p:cNvPr>
          <p:cNvSpPr>
            <a:spLocks noGrp="1"/>
          </p:cNvSpPr>
          <p:nvPr>
            <p:ph type="body" sz="quarter" idx="10"/>
          </p:nvPr>
        </p:nvSpPr>
        <p:spPr>
          <a:xfrm>
            <a:off x="222885" y="1015682"/>
            <a:ext cx="11826875" cy="5700711"/>
          </a:xfrm>
        </p:spPr>
        <p:txBody>
          <a:bodyPr/>
          <a:lstStyle/>
          <a:p>
            <a:r>
              <a:rPr kumimoji="1" lang="ja-JP" altLang="en-US" sz="2400" dirty="0"/>
              <a:t>エンジニアが「幸福」に仕事を続けるにはどうすればいいのか</a:t>
            </a:r>
            <a:endParaRPr kumimoji="1" lang="en-US" altLang="ja-JP" sz="2400" dirty="0"/>
          </a:p>
          <a:p>
            <a:pPr lvl="1"/>
            <a:r>
              <a:rPr kumimoji="1" lang="ja-JP" altLang="en-US" sz="2400" b="1" dirty="0">
                <a:solidFill>
                  <a:srgbClr val="FF0000"/>
                </a:solidFill>
              </a:rPr>
              <a:t>持続的成長するエンジニア</a:t>
            </a:r>
            <a:endParaRPr kumimoji="1" lang="en-US" altLang="ja-JP" sz="2400" b="1" dirty="0">
              <a:solidFill>
                <a:srgbClr val="FF0000"/>
              </a:solidFill>
            </a:endParaRPr>
          </a:p>
          <a:p>
            <a:pPr lvl="1"/>
            <a:r>
              <a:rPr kumimoji="1" lang="ja-JP" altLang="en-US" sz="2400" dirty="0"/>
              <a:t>本書の言葉と借りると「サステナブルエンジニア」になること</a:t>
            </a:r>
            <a:endParaRPr kumimoji="1" lang="en-US" altLang="ja-JP" sz="2400" dirty="0"/>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206977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DEDCF-8CEF-D1DE-4DC2-57867EB1538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26F72CF-A12E-5E66-7FC7-0537F01DA050}"/>
              </a:ext>
            </a:extLst>
          </p:cNvPr>
          <p:cNvSpPr>
            <a:spLocks noGrp="1"/>
          </p:cNvSpPr>
          <p:nvPr>
            <p:ph type="body" sz="quarter" idx="10"/>
          </p:nvPr>
        </p:nvSpPr>
        <p:spPr>
          <a:xfrm>
            <a:off x="222885" y="1015682"/>
            <a:ext cx="11826875" cy="5700711"/>
          </a:xfrm>
        </p:spPr>
        <p:txBody>
          <a:bodyPr/>
          <a:lstStyle/>
          <a:p>
            <a:r>
              <a:rPr kumimoji="1" lang="ja-JP" altLang="en-US" sz="2400" dirty="0"/>
              <a:t>サステナブルエンジニアになるための</a:t>
            </a:r>
            <a:r>
              <a:rPr kumimoji="1" lang="en-US" altLang="ja-JP" sz="2400" dirty="0"/>
              <a:t>5</a:t>
            </a:r>
            <a:r>
              <a:rPr kumimoji="1" lang="ja-JP" altLang="en-US" sz="2400" dirty="0"/>
              <a:t>つの原則</a:t>
            </a:r>
            <a:endParaRPr kumimoji="1" lang="en-US" altLang="ja-JP" sz="2400" dirty="0"/>
          </a:p>
          <a:p>
            <a:pPr marL="0" indent="0">
              <a:buNone/>
            </a:pPr>
            <a:endParaRPr kumimoji="1" lang="en-US" altLang="ja-JP" sz="2400" dirty="0"/>
          </a:p>
          <a:p>
            <a:pPr lvl="1"/>
            <a:r>
              <a:rPr kumimoji="1" lang="ja-JP" altLang="en-US" sz="2400" dirty="0"/>
              <a:t>食わず嫌いせずに先端テクノロジーを学ぶ</a:t>
            </a:r>
            <a:endParaRPr kumimoji="1" lang="en-US" altLang="ja-JP" sz="2400" dirty="0"/>
          </a:p>
          <a:p>
            <a:pPr marL="457200" lvl="1" indent="0">
              <a:buNone/>
            </a:pPr>
            <a:endParaRPr kumimoji="1" lang="en-US" altLang="ja-JP" sz="2400" dirty="0"/>
          </a:p>
          <a:p>
            <a:pPr lvl="1"/>
            <a:r>
              <a:rPr kumimoji="1" lang="ja-JP" altLang="en-US" sz="2400" dirty="0"/>
              <a:t>ハードとソフトに強いハイブリッドエンジニアになる</a:t>
            </a:r>
            <a:endParaRPr kumimoji="1" lang="en-US" altLang="ja-JP" sz="2400" dirty="0"/>
          </a:p>
          <a:p>
            <a:pPr marL="457200" lvl="1" indent="0">
              <a:buNone/>
            </a:pPr>
            <a:endParaRPr kumimoji="1" lang="en-US" altLang="ja-JP" sz="2400" dirty="0"/>
          </a:p>
          <a:p>
            <a:pPr lvl="1"/>
            <a:r>
              <a:rPr kumimoji="1" lang="ja-JP" altLang="en-US" sz="2400" dirty="0"/>
              <a:t>斜め上に挑戦する</a:t>
            </a:r>
            <a:endParaRPr kumimoji="1" lang="en-US" altLang="ja-JP" sz="2400" dirty="0"/>
          </a:p>
          <a:p>
            <a:pPr marL="457200" lvl="1" indent="0">
              <a:buNone/>
            </a:pPr>
            <a:endParaRPr kumimoji="1" lang="en-US" altLang="ja-JP" sz="2400" dirty="0"/>
          </a:p>
          <a:p>
            <a:pPr lvl="1"/>
            <a:r>
              <a:rPr kumimoji="1" lang="ja-JP" altLang="en-US" sz="2400" dirty="0"/>
              <a:t>学び仲間を作る</a:t>
            </a:r>
            <a:endParaRPr kumimoji="1" lang="en-US" altLang="ja-JP" sz="2400" dirty="0"/>
          </a:p>
          <a:p>
            <a:pPr marL="457200" lvl="1" indent="0">
              <a:buNone/>
            </a:pPr>
            <a:endParaRPr kumimoji="1" lang="en-US" altLang="ja-JP" sz="2400" dirty="0"/>
          </a:p>
          <a:p>
            <a:pPr lvl="1"/>
            <a:r>
              <a:rPr lang="ja-JP" altLang="en-US" sz="2400" dirty="0"/>
              <a:t>顧客の声を聞く</a:t>
            </a:r>
            <a:endParaRPr kumimoji="1" lang="en-US" altLang="ja-JP" sz="2400" dirty="0"/>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4041208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FAF49-CF73-8531-EA47-15894EE818B9}"/>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EECE6C3-590A-9CFA-1E81-755D17127AB6}"/>
              </a:ext>
            </a:extLst>
          </p:cNvPr>
          <p:cNvSpPr>
            <a:spLocks noGrp="1"/>
          </p:cNvSpPr>
          <p:nvPr>
            <p:ph type="body" sz="quarter" idx="10"/>
          </p:nvPr>
        </p:nvSpPr>
        <p:spPr>
          <a:xfrm>
            <a:off x="222885" y="1015682"/>
            <a:ext cx="11826875" cy="5700711"/>
          </a:xfrm>
        </p:spPr>
        <p:txBody>
          <a:bodyPr/>
          <a:lstStyle/>
          <a:p>
            <a:r>
              <a:rPr kumimoji="1" lang="ja-JP" altLang="en-US" sz="2400" dirty="0"/>
              <a:t>食わず嫌いせずに先端テクノロジーを学ぶ</a:t>
            </a:r>
            <a:endParaRPr kumimoji="1" lang="en-US" altLang="ja-JP" sz="2400" dirty="0"/>
          </a:p>
          <a:p>
            <a:pPr lvl="1"/>
            <a:r>
              <a:rPr lang="ja-JP" altLang="en-US" sz="2400" dirty="0"/>
              <a:t>自分のやりたいことができる、成長できる環境、チャレンジを応援してくれる上司などの協力者がいる職場で新しいことにチャレンジする</a:t>
            </a:r>
            <a:endParaRPr lang="en-US" altLang="ja-JP" sz="2400" dirty="0"/>
          </a:p>
          <a:p>
            <a:pPr lvl="1"/>
            <a:r>
              <a:rPr kumimoji="1" lang="ja-JP" altLang="en-US" sz="2400" dirty="0"/>
              <a:t>技術動向やトレンド情報を収集し、自分がやりたいことや将来像といったキャリアパスや自分が出来ることを俯瞰して、「市場価値があり需要高い」、「自分の市場価値を高めてやりたいことを実現出来る」技術を選んで勉強を続ける</a:t>
            </a:r>
            <a:endParaRPr kumimoji="1" lang="en-US" altLang="ja-JP" sz="2400" dirty="0"/>
          </a:p>
          <a:p>
            <a:pPr lvl="1"/>
            <a:r>
              <a:rPr kumimoji="1" lang="ja-JP" altLang="en-US" sz="2400" dirty="0"/>
              <a:t>なりたい未来の姿を元に目標を定めて、そこから逆算して道筋を立てて、やるべきリスキリングを繰り返す</a:t>
            </a:r>
            <a:endParaRPr kumimoji="1" lang="en-US" altLang="ja-JP" sz="2400" dirty="0"/>
          </a:p>
          <a:p>
            <a:pPr lvl="1"/>
            <a:r>
              <a:rPr kumimoji="1" lang="ja-JP" altLang="en-US" sz="2400" dirty="0"/>
              <a:t>インプットだけでなく、アウトプットもできるかも意識する</a:t>
            </a: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1203242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B94CE-41C2-3FA5-184E-B48B5EEC7A5E}"/>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202477C-9FAC-BCC1-C25C-9B2CD963344C}"/>
              </a:ext>
            </a:extLst>
          </p:cNvPr>
          <p:cNvSpPr>
            <a:spLocks noGrp="1"/>
          </p:cNvSpPr>
          <p:nvPr>
            <p:ph type="body" sz="quarter" idx="10"/>
          </p:nvPr>
        </p:nvSpPr>
        <p:spPr>
          <a:xfrm>
            <a:off x="222885" y="1015682"/>
            <a:ext cx="11826875" cy="5700711"/>
          </a:xfrm>
        </p:spPr>
        <p:txBody>
          <a:bodyPr/>
          <a:lstStyle/>
          <a:p>
            <a:r>
              <a:rPr kumimoji="1" lang="ja-JP" altLang="en-US" sz="2400" dirty="0"/>
              <a:t>ハードとソフトに強いハイブリッドエンジニアになる</a:t>
            </a:r>
            <a:endParaRPr kumimoji="1" lang="en-US" altLang="ja-JP" sz="2400" dirty="0"/>
          </a:p>
          <a:p>
            <a:pPr lvl="1"/>
            <a:r>
              <a:rPr kumimoji="1" lang="ja-JP" altLang="en-US" sz="2000" dirty="0"/>
              <a:t>複数の領域が融合した開発が主流になりつつあるため、様々な領域の知識やスキルが必要になる</a:t>
            </a:r>
          </a:p>
          <a:p>
            <a:pPr lvl="1"/>
            <a:r>
              <a:rPr kumimoji="1" lang="ja-JP" altLang="en-US" sz="2000" dirty="0"/>
              <a:t>自分の自信のある分野とプラスアルファの強みが必要</a:t>
            </a:r>
          </a:p>
          <a:p>
            <a:pPr lvl="1"/>
            <a:r>
              <a:rPr kumimoji="1" lang="ja-JP" altLang="en-US" sz="2000" dirty="0"/>
              <a:t>要求分析や仕様設計、製造から動作確認まで一人でこなせるエンジニアは、「全体を俯瞰できるエンジニア」として企業や社会に大きく貢献でき、市場価値も高くなる</a:t>
            </a:r>
          </a:p>
          <a:p>
            <a:pPr lvl="1"/>
            <a:r>
              <a:rPr kumimoji="1" lang="ja-JP" altLang="en-US" sz="2000" dirty="0"/>
              <a:t>自分の考えるキャリアパスを元に、必要な技術を学べる環境に身を置く</a:t>
            </a:r>
          </a:p>
          <a:p>
            <a:pPr lvl="1"/>
            <a:r>
              <a:rPr kumimoji="1" lang="ja-JP" altLang="en-US" sz="2000" dirty="0"/>
              <a:t>ハイブリットのキャリアを実現する「分野」を決める</a:t>
            </a:r>
          </a:p>
          <a:p>
            <a:pPr lvl="1"/>
            <a:r>
              <a:rPr kumimoji="1" lang="ja-JP" altLang="en-US" sz="2000" dirty="0"/>
              <a:t>異なる分野に挑戦して、多岐にわたる経験が現場感のある発想をもたらし、より活躍できる</a:t>
            </a:r>
          </a:p>
          <a:p>
            <a:pPr lvl="1"/>
            <a:r>
              <a:rPr kumimoji="1" lang="ja-JP" altLang="en-US" sz="2000" dirty="0"/>
              <a:t>仕事の目的を常に意識し、「何をすべきなのか」、「何ができるのか」を考える</a:t>
            </a:r>
          </a:p>
          <a:p>
            <a:pPr lvl="1"/>
            <a:r>
              <a:rPr kumimoji="1" lang="ja-JP" altLang="en-US" sz="2000" dirty="0"/>
              <a:t>自分が「やりたい」と思う業務や分野を見つけて、それを大事にする</a:t>
            </a:r>
          </a:p>
          <a:p>
            <a:pPr lvl="1"/>
            <a:endParaRPr kumimoji="1" lang="en-US" altLang="ja-JP" sz="2000" dirty="0"/>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2780049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0B3AF-3EEF-8F28-EBB3-EBB9964BAE1A}"/>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5369300-EF34-0BB1-0042-B77870D7A155}"/>
              </a:ext>
            </a:extLst>
          </p:cNvPr>
          <p:cNvSpPr>
            <a:spLocks noGrp="1"/>
          </p:cNvSpPr>
          <p:nvPr>
            <p:ph type="body" sz="quarter" idx="10"/>
          </p:nvPr>
        </p:nvSpPr>
        <p:spPr>
          <a:xfrm>
            <a:off x="222885" y="1015682"/>
            <a:ext cx="11826875" cy="5700711"/>
          </a:xfrm>
        </p:spPr>
        <p:txBody>
          <a:bodyPr/>
          <a:lstStyle/>
          <a:p>
            <a:r>
              <a:rPr kumimoji="1" lang="ja-JP" altLang="en-US" sz="2400" dirty="0"/>
              <a:t>斜め上に挑戦する</a:t>
            </a:r>
            <a:endParaRPr kumimoji="1" lang="en-US" altLang="ja-JP" sz="2400" dirty="0"/>
          </a:p>
          <a:p>
            <a:pPr lvl="1"/>
            <a:r>
              <a:rPr kumimoji="1" lang="ja-JP" altLang="en-US" sz="2000" dirty="0"/>
              <a:t>少し難しい業務にチャレンジして、学びを繰り返す</a:t>
            </a:r>
          </a:p>
          <a:p>
            <a:pPr lvl="1"/>
            <a:r>
              <a:rPr kumimoji="1" lang="ja-JP" altLang="en-US" sz="2000" dirty="0"/>
              <a:t>時にはプレッシャーが掛かる現場に挑戦するなど、多岐にわたる経験を積む</a:t>
            </a:r>
          </a:p>
          <a:p>
            <a:pPr lvl="1"/>
            <a:r>
              <a:rPr kumimoji="1" lang="ja-JP" altLang="en-US" sz="2000" dirty="0"/>
              <a:t>学んだことを人に教えるなど、アウトプットも意識する</a:t>
            </a:r>
          </a:p>
          <a:p>
            <a:pPr lvl="1"/>
            <a:r>
              <a:rPr kumimoji="1" lang="ja-JP" altLang="en-US" sz="2000" dirty="0"/>
              <a:t>視座を二段階上げて、自身に求められる役割やアウトプットを考えることで自身の世界を広げることができる</a:t>
            </a:r>
          </a:p>
          <a:p>
            <a:pPr lvl="1"/>
            <a:r>
              <a:rPr kumimoji="1" lang="ja-JP" altLang="en-US" sz="2000" dirty="0"/>
              <a:t>あらゆる視座での経験と知識を得ることで、全体の生産性向上や行動スピード向上などチーム全体に対する発想、クリエイティブな発想もできるようになる</a:t>
            </a:r>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582657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3B73D-4D0A-41B7-2B21-A97B1AC23C24}"/>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3389075-2FEE-16C4-AF91-B0B14C49092E}"/>
              </a:ext>
            </a:extLst>
          </p:cNvPr>
          <p:cNvSpPr>
            <a:spLocks noGrp="1"/>
          </p:cNvSpPr>
          <p:nvPr>
            <p:ph type="body" sz="quarter" idx="10"/>
          </p:nvPr>
        </p:nvSpPr>
        <p:spPr>
          <a:xfrm>
            <a:off x="222885" y="1015682"/>
            <a:ext cx="11826875" cy="5700711"/>
          </a:xfrm>
        </p:spPr>
        <p:txBody>
          <a:bodyPr/>
          <a:lstStyle/>
          <a:p>
            <a:r>
              <a:rPr kumimoji="1" lang="ja-JP" altLang="en-US" sz="2400" dirty="0"/>
              <a:t>学び仲間を作る</a:t>
            </a:r>
            <a:endParaRPr kumimoji="1" lang="en-US" altLang="ja-JP" sz="2400" dirty="0"/>
          </a:p>
          <a:p>
            <a:pPr lvl="1"/>
            <a:r>
              <a:rPr kumimoji="1" lang="ja-JP" altLang="en-US" sz="2000" dirty="0"/>
              <a:t>セミナーや勉強会、専門サークルなどで学びを共有し刺激し合える仲間を見つけることで、自分の視座やキャリアパス、やりたいこと、仕事の幅が変化して、さらなる成長につながる</a:t>
            </a:r>
          </a:p>
          <a:p>
            <a:pPr lvl="1"/>
            <a:r>
              <a:rPr kumimoji="1" lang="ja-JP" altLang="en-US" sz="2000" dirty="0"/>
              <a:t>学んだことをブログや同僚への共有などを通じてアウトプットし、知識を定着させることに繋がる</a:t>
            </a:r>
          </a:p>
          <a:p>
            <a:pPr lvl="1"/>
            <a:r>
              <a:rPr kumimoji="1" lang="ja-JP" altLang="en-US" sz="2000" dirty="0"/>
              <a:t>多岐にわたる分野のエンジニアが強調することで、お互いを理解した強調的な仕事ができる</a:t>
            </a:r>
          </a:p>
          <a:p>
            <a:pPr lvl="1"/>
            <a:r>
              <a:rPr kumimoji="1" lang="ja-JP" altLang="en-US" sz="2000" dirty="0"/>
              <a:t>互いに交流することで、クリエイティブな発想に繋がる</a:t>
            </a:r>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3900571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448F-5A43-A286-BAC7-98813C450853}"/>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C7EA0F2-0C58-583E-BC4A-16439449396D}"/>
              </a:ext>
            </a:extLst>
          </p:cNvPr>
          <p:cNvSpPr>
            <a:spLocks noGrp="1"/>
          </p:cNvSpPr>
          <p:nvPr>
            <p:ph type="body" sz="quarter" idx="10"/>
          </p:nvPr>
        </p:nvSpPr>
        <p:spPr>
          <a:xfrm>
            <a:off x="222885" y="1015682"/>
            <a:ext cx="11826875" cy="5700711"/>
          </a:xfrm>
        </p:spPr>
        <p:txBody>
          <a:bodyPr/>
          <a:lstStyle/>
          <a:p>
            <a:r>
              <a:rPr kumimoji="1" lang="ja-JP" altLang="en-US" sz="2400" dirty="0"/>
              <a:t>顧客の声を聞く</a:t>
            </a:r>
            <a:endParaRPr kumimoji="1" lang="en-US" altLang="ja-JP" sz="2400" dirty="0"/>
          </a:p>
          <a:p>
            <a:pPr lvl="1"/>
            <a:r>
              <a:rPr kumimoji="1" lang="ja-JP" altLang="en-US" sz="2000" dirty="0"/>
              <a:t>新しい技術を使いたい、さらに良い製品を作りたいという思いから、開発にのめりこみ、本来の目的から外れた開発になりがち</a:t>
            </a:r>
          </a:p>
          <a:p>
            <a:pPr lvl="1"/>
            <a:r>
              <a:rPr kumimoji="1" lang="ja-JP" altLang="en-US" sz="2000" dirty="0"/>
              <a:t>顧客の課題やニーズを聞き出し、的確にとらえる力が必要</a:t>
            </a:r>
          </a:p>
          <a:p>
            <a:pPr lvl="1"/>
            <a:r>
              <a:rPr kumimoji="1" lang="ja-JP" altLang="en-US" sz="2000" dirty="0"/>
              <a:t>コミュニケーション能力が何よりも重要</a:t>
            </a:r>
          </a:p>
          <a:p>
            <a:pPr lvl="1"/>
            <a:r>
              <a:rPr kumimoji="1" lang="ja-JP" altLang="en-US" sz="2000" dirty="0"/>
              <a:t>顧客との対話で自分たちの技術が社会の役に立っていることを実感できることが大事であり、エンジニアとしての充実感や幸福感を得られる</a:t>
            </a:r>
          </a:p>
          <a:p>
            <a:pPr marL="457200" lvl="1" indent="0">
              <a:buNone/>
            </a:pPr>
            <a:endParaRPr kumimoji="1" lang="en-US" altLang="ja-JP" sz="2400" dirty="0"/>
          </a:p>
          <a:p>
            <a:endParaRPr kumimoji="1" lang="en-US" altLang="ja-JP" sz="2800" dirty="0"/>
          </a:p>
          <a:p>
            <a:pPr marL="0" indent="0">
              <a:buNone/>
            </a:pPr>
            <a:endParaRPr kumimoji="1" lang="en-US" altLang="ja-JP" sz="2400" dirty="0"/>
          </a:p>
          <a:p>
            <a:pPr marL="0" indent="0">
              <a:buNone/>
            </a:pPr>
            <a:endParaRPr kumimoji="1" lang="en-US" altLang="ja-JP" sz="2400" dirty="0"/>
          </a:p>
          <a:p>
            <a:pPr marL="0" indent="0">
              <a:buNone/>
            </a:pPr>
            <a:endParaRPr kumimoji="1" lang="en-US" altLang="ja-JP" sz="2400" dirty="0"/>
          </a:p>
        </p:txBody>
      </p:sp>
    </p:spTree>
    <p:extLst>
      <p:ext uri="{BB962C8B-B14F-4D97-AF65-F5344CB8AC3E}">
        <p14:creationId xmlns:p14="http://schemas.microsoft.com/office/powerpoint/2010/main" val="2579297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D7AF-F111-F2C0-CF73-7D124AF9BF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111F2F1-A3F9-1376-71E2-1E4E8F155274}"/>
              </a:ext>
            </a:extLst>
          </p:cNvPr>
          <p:cNvSpPr>
            <a:spLocks noGrp="1"/>
          </p:cNvSpPr>
          <p:nvPr>
            <p:ph type="title"/>
          </p:nvPr>
        </p:nvSpPr>
        <p:spPr>
          <a:xfrm>
            <a:off x="147320" y="2682578"/>
            <a:ext cx="8760706" cy="1492844"/>
          </a:xfrm>
        </p:spPr>
        <p:txBody>
          <a:bodyPr/>
          <a:lstStyle/>
          <a:p>
            <a:r>
              <a:rPr kumimoji="1" lang="en-US" altLang="ja-JP" dirty="0"/>
              <a:t>4.</a:t>
            </a:r>
            <a:r>
              <a:rPr kumimoji="1" lang="ja-JP" altLang="en-US" dirty="0"/>
              <a:t>今からどんなことをすれば良いのか考えたこと</a:t>
            </a:r>
          </a:p>
        </p:txBody>
      </p:sp>
    </p:spTree>
    <p:extLst>
      <p:ext uri="{BB962C8B-B14F-4D97-AF65-F5344CB8AC3E}">
        <p14:creationId xmlns:p14="http://schemas.microsoft.com/office/powerpoint/2010/main" val="141173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35F7A-E332-981E-7DD0-69445E040A6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47BC12D2-2025-953F-E8A1-F0CE3CF42EAA}"/>
              </a:ext>
            </a:extLst>
          </p:cNvPr>
          <p:cNvSpPr>
            <a:spLocks noGrp="1"/>
          </p:cNvSpPr>
          <p:nvPr>
            <p:ph type="body" sz="quarter" idx="10"/>
          </p:nvPr>
        </p:nvSpPr>
        <p:spPr>
          <a:xfrm>
            <a:off x="222885" y="1015682"/>
            <a:ext cx="11826875" cy="5700711"/>
          </a:xfrm>
        </p:spPr>
        <p:txBody>
          <a:bodyPr/>
          <a:lstStyle/>
          <a:p>
            <a:r>
              <a:rPr kumimoji="1" lang="ja-JP" altLang="en-US" sz="2400" dirty="0"/>
              <a:t>食わず嫌いせずに先端テクノロジーを学ぶ</a:t>
            </a:r>
            <a:endParaRPr kumimoji="1" lang="en-US" altLang="ja-JP" sz="2400" dirty="0"/>
          </a:p>
          <a:p>
            <a:pPr lvl="1"/>
            <a:r>
              <a:rPr kumimoji="1" lang="ja-JP" altLang="en-US" sz="2000" dirty="0"/>
              <a:t>ニュースやはてなブックマーク、</a:t>
            </a:r>
            <a:r>
              <a:rPr kumimoji="1" lang="en-US" altLang="ja-JP" sz="2000" dirty="0" err="1"/>
              <a:t>Qiita</a:t>
            </a:r>
            <a:r>
              <a:rPr kumimoji="1" lang="ja-JP" altLang="en-US" sz="2000" dirty="0"/>
              <a:t>などで技術動向や</a:t>
            </a:r>
            <a:r>
              <a:rPr kumimoji="1" lang="en-US" altLang="ja-JP" sz="2000" dirty="0"/>
              <a:t>IT</a:t>
            </a:r>
            <a:r>
              <a:rPr kumimoji="1" lang="ja-JP" altLang="en-US" sz="2000" dirty="0"/>
              <a:t>トレンドを定期的に確認</a:t>
            </a:r>
          </a:p>
          <a:p>
            <a:pPr lvl="1"/>
            <a:r>
              <a:rPr kumimoji="1" lang="ja-JP" altLang="en-US" sz="2000" dirty="0"/>
              <a:t>自分の持つ経験やスキル、やりたいことを洗い出し、技術動向や</a:t>
            </a:r>
            <a:r>
              <a:rPr kumimoji="1" lang="en-US" altLang="ja-JP" sz="2000" dirty="0"/>
              <a:t>IT</a:t>
            </a:r>
            <a:r>
              <a:rPr kumimoji="1" lang="ja-JP" altLang="en-US" sz="2000" dirty="0"/>
              <a:t>トレンドと照らし合わせ、ゴールとプロセスを定めた上で、「自分の市場価値を高めてやりたいことを実現出来る」技術の勉強を繰り返す</a:t>
            </a:r>
          </a:p>
          <a:p>
            <a:pPr lvl="1"/>
            <a:r>
              <a:rPr kumimoji="1" lang="ja-JP" altLang="en-US" sz="2000" dirty="0"/>
              <a:t>興味のある技術のある時は、まず概要だけでも触れてみる</a:t>
            </a:r>
          </a:p>
          <a:p>
            <a:pPr lvl="1"/>
            <a:r>
              <a:rPr kumimoji="1" lang="ja-JP" altLang="en-US" sz="2000" dirty="0"/>
              <a:t>テクノロジーに集中せず、「どんな問題を解決できるのか」に勉強の中心を置く</a:t>
            </a:r>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3416943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C0600-03A1-0A9C-8322-94214074098D}"/>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20A39C1-45F2-A749-97F2-A5E0EBBF8A8F}"/>
              </a:ext>
            </a:extLst>
          </p:cNvPr>
          <p:cNvSpPr>
            <a:spLocks noGrp="1"/>
          </p:cNvSpPr>
          <p:nvPr>
            <p:ph type="body" sz="quarter" idx="10"/>
          </p:nvPr>
        </p:nvSpPr>
        <p:spPr>
          <a:xfrm>
            <a:off x="222885" y="1015682"/>
            <a:ext cx="11826875" cy="5700711"/>
          </a:xfrm>
        </p:spPr>
        <p:txBody>
          <a:bodyPr/>
          <a:lstStyle/>
          <a:p>
            <a:r>
              <a:rPr kumimoji="1" lang="ja-JP" altLang="en-US" sz="2400" dirty="0"/>
              <a:t>ハードとソフトに強いハイブリッドエンジニアになる</a:t>
            </a:r>
            <a:endParaRPr kumimoji="1" lang="en-US" altLang="ja-JP" sz="2400" dirty="0"/>
          </a:p>
          <a:p>
            <a:pPr lvl="1"/>
            <a:r>
              <a:rPr kumimoji="1" lang="ja-JP" altLang="en-US" sz="2000" dirty="0"/>
              <a:t>視座を上げて仕事の目的や背景を観察することで、仕事の全体像を俯瞰してみる</a:t>
            </a:r>
          </a:p>
          <a:p>
            <a:pPr lvl="1"/>
            <a:r>
              <a:rPr kumimoji="1" lang="ja-JP" altLang="en-US" sz="2000" dirty="0"/>
              <a:t>自分のスキルを「メイン」と「プラスアルファ」の二つで考えてみる</a:t>
            </a:r>
          </a:p>
          <a:p>
            <a:pPr lvl="1"/>
            <a:r>
              <a:rPr kumimoji="1" lang="ja-JP" altLang="en-US" sz="2000" dirty="0"/>
              <a:t>市場動向や価値、仕事の分野、自分のスキルやキャリアパスの全体像を捉えて、ハイブリッドに学びたい分野を考えてみる</a:t>
            </a:r>
          </a:p>
          <a:p>
            <a:pPr lvl="1"/>
            <a:r>
              <a:rPr kumimoji="1" lang="ja-JP" altLang="en-US" sz="2000" dirty="0"/>
              <a:t>「このプロジェクトをどうやって進める」のかを考えてみると、どんなハイブリッドエンジニアを目指せばよいのか分かるかも</a:t>
            </a:r>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2091314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81A6B-2496-9963-D51C-42BF805F8BD5}"/>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15DB00E-E714-22B2-9E31-BB454015C3A4}"/>
              </a:ext>
            </a:extLst>
          </p:cNvPr>
          <p:cNvSpPr>
            <a:spLocks noGrp="1"/>
          </p:cNvSpPr>
          <p:nvPr>
            <p:ph type="body" sz="quarter" idx="10"/>
          </p:nvPr>
        </p:nvSpPr>
        <p:spPr>
          <a:xfrm>
            <a:off x="222885" y="1015682"/>
            <a:ext cx="11826875" cy="5700711"/>
          </a:xfrm>
        </p:spPr>
        <p:txBody>
          <a:bodyPr/>
          <a:lstStyle/>
          <a:p>
            <a:r>
              <a:rPr kumimoji="1" lang="ja-JP" altLang="en-US" sz="2400" dirty="0"/>
              <a:t>斜め上に挑戦する</a:t>
            </a:r>
            <a:endParaRPr kumimoji="1" lang="en-US" altLang="ja-JP" sz="2400" dirty="0"/>
          </a:p>
          <a:p>
            <a:pPr lvl="1"/>
            <a:r>
              <a:rPr kumimoji="1" lang="ja-JP" altLang="en-US" sz="2000" dirty="0"/>
              <a:t>「勉強やスキルを積めば出来る」少し難しい業務や勉強に挑戦する</a:t>
            </a:r>
          </a:p>
          <a:p>
            <a:pPr lvl="1"/>
            <a:r>
              <a:rPr kumimoji="1" lang="ja-JP" altLang="en-US" sz="2000" dirty="0"/>
              <a:t>異なる分野やプレッシャーの強いなど多岐にわたる経験やチャレンジができる現場や仕事を経験する</a:t>
            </a:r>
          </a:p>
          <a:p>
            <a:pPr lvl="1"/>
            <a:r>
              <a:rPr kumimoji="1" lang="ja-JP" altLang="en-US" sz="2000" dirty="0"/>
              <a:t>転職など環境を変える必要があるが確実性がない</a:t>
            </a:r>
          </a:p>
          <a:p>
            <a:pPr lvl="1"/>
            <a:r>
              <a:rPr kumimoji="1" lang="ja-JP" altLang="en-US" sz="2000" dirty="0"/>
              <a:t>はてなブックマークや</a:t>
            </a:r>
            <a:r>
              <a:rPr kumimoji="1" lang="en-US" altLang="ja-JP" sz="2000" dirty="0" err="1"/>
              <a:t>Qiita</a:t>
            </a:r>
            <a:r>
              <a:rPr kumimoji="1" lang="ja-JP" altLang="en-US" sz="2000" dirty="0"/>
              <a:t>などで、「自分であればどうするか」考えながら異なる分野や現場のお話の記事を読んでみる</a:t>
            </a:r>
          </a:p>
          <a:p>
            <a:pPr marL="457200" lvl="1" indent="0">
              <a:buNone/>
            </a:pPr>
            <a:endParaRPr kumimoji="1" lang="ja-JP" altLang="en-US" sz="2000" dirty="0"/>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3320197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F657A-9759-DF17-AD86-1B523A411CD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D0D718C6-5644-5215-C2A7-7844CD7B09DC}"/>
              </a:ext>
            </a:extLst>
          </p:cNvPr>
          <p:cNvSpPr>
            <a:spLocks noGrp="1"/>
          </p:cNvSpPr>
          <p:nvPr>
            <p:ph type="body" sz="quarter" idx="10"/>
          </p:nvPr>
        </p:nvSpPr>
        <p:spPr>
          <a:xfrm>
            <a:off x="222885" y="1015682"/>
            <a:ext cx="11826875" cy="5700711"/>
          </a:xfrm>
        </p:spPr>
        <p:txBody>
          <a:bodyPr/>
          <a:lstStyle/>
          <a:p>
            <a:r>
              <a:rPr kumimoji="1" lang="ja-JP" altLang="en-US" sz="2400" dirty="0"/>
              <a:t>学び仲間を作る</a:t>
            </a:r>
            <a:endParaRPr kumimoji="1" lang="en-US" altLang="ja-JP" sz="2400" dirty="0"/>
          </a:p>
          <a:p>
            <a:pPr lvl="1"/>
            <a:r>
              <a:rPr kumimoji="1" lang="ja-JP" altLang="en-US" sz="2000" dirty="0"/>
              <a:t>セミナーや勉強会だけでなく、普段の現場でも自社以外の人と積極的に交流する</a:t>
            </a:r>
          </a:p>
          <a:p>
            <a:pPr lvl="1"/>
            <a:r>
              <a:rPr kumimoji="1" lang="ja-JP" altLang="en-US" sz="2000" dirty="0"/>
              <a:t>勉強や仕事の成果を</a:t>
            </a:r>
            <a:r>
              <a:rPr kumimoji="1" lang="en-US" altLang="ja-JP" sz="2000" dirty="0"/>
              <a:t>note</a:t>
            </a:r>
            <a:r>
              <a:rPr kumimoji="1" lang="ja-JP" altLang="en-US" sz="2000" dirty="0"/>
              <a:t>などでアウトプットするのも良いかも</a:t>
            </a:r>
          </a:p>
          <a:p>
            <a:pPr marL="457200" lvl="1" indent="0">
              <a:buNone/>
            </a:pPr>
            <a:endParaRPr kumimoji="1" lang="ja-JP" altLang="en-US" sz="2000" dirty="0"/>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10611378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7A15E-09B3-65B6-1E34-05C5D9FB3D32}"/>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09438022-57D3-DAFC-E1A9-4F3DDB720225}"/>
              </a:ext>
            </a:extLst>
          </p:cNvPr>
          <p:cNvSpPr>
            <a:spLocks noGrp="1"/>
          </p:cNvSpPr>
          <p:nvPr>
            <p:ph type="body" sz="quarter" idx="10"/>
          </p:nvPr>
        </p:nvSpPr>
        <p:spPr>
          <a:xfrm>
            <a:off x="222885" y="1015682"/>
            <a:ext cx="11826875" cy="5700711"/>
          </a:xfrm>
        </p:spPr>
        <p:txBody>
          <a:bodyPr/>
          <a:lstStyle/>
          <a:p>
            <a:r>
              <a:rPr kumimoji="1" lang="ja-JP" altLang="en-US" sz="2400" dirty="0"/>
              <a:t>顧客の声を聞く</a:t>
            </a:r>
            <a:endParaRPr kumimoji="1" lang="en-US" altLang="ja-JP" sz="2400" dirty="0"/>
          </a:p>
          <a:p>
            <a:pPr lvl="1"/>
            <a:r>
              <a:rPr kumimoji="1" lang="ja-JP" altLang="en-US" sz="2000" dirty="0"/>
              <a:t>業界動向やトレンド、仕事相手の業界について勉強して、顧客の課題やニーズを正確に捉えられる力を身に付ける</a:t>
            </a:r>
          </a:p>
          <a:p>
            <a:pPr lvl="1"/>
            <a:r>
              <a:rPr kumimoji="1" lang="ja-JP" altLang="en-US" sz="2000" dirty="0"/>
              <a:t>「相手が求めていることは何か」を常に考えて、仕事相手とコミュニケーションを密にする</a:t>
            </a:r>
          </a:p>
          <a:p>
            <a:pPr lvl="1"/>
            <a:r>
              <a:rPr kumimoji="1" lang="ja-JP" altLang="en-US" sz="2000" dirty="0"/>
              <a:t>「顧客の課題を解決するものを開発する」ことを常に意識する</a:t>
            </a:r>
          </a:p>
          <a:p>
            <a:pPr marL="457200" lvl="1" indent="0">
              <a:buNone/>
            </a:pPr>
            <a:endParaRPr kumimoji="1" lang="ja-JP" altLang="en-US" sz="2000" dirty="0"/>
          </a:p>
          <a:p>
            <a:pPr lvl="1"/>
            <a:endParaRPr kumimoji="1" lang="en-US" altLang="ja-JP" sz="2000" dirty="0"/>
          </a:p>
          <a:p>
            <a:pPr marL="0" indent="0">
              <a:buNone/>
            </a:pPr>
            <a:endParaRPr kumimoji="1" lang="en-US" altLang="ja-JP" sz="2000" dirty="0"/>
          </a:p>
          <a:p>
            <a:pPr marL="0" indent="0">
              <a:buNone/>
            </a:pPr>
            <a:endParaRPr kumimoji="1" lang="en-US" altLang="ja-JP" sz="2000" dirty="0"/>
          </a:p>
          <a:p>
            <a:endParaRPr kumimoji="1" lang="en-US" altLang="ja-JP" sz="2000" dirty="0"/>
          </a:p>
          <a:p>
            <a:pPr marL="0" indent="0">
              <a:buNone/>
            </a:pPr>
            <a:endParaRPr kumimoji="1" lang="en-US" altLang="ja-JP" sz="2400" dirty="0"/>
          </a:p>
        </p:txBody>
      </p:sp>
    </p:spTree>
    <p:extLst>
      <p:ext uri="{BB962C8B-B14F-4D97-AF65-F5344CB8AC3E}">
        <p14:creationId xmlns:p14="http://schemas.microsoft.com/office/powerpoint/2010/main" val="78900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0F32-5935-B0C5-6101-ABD0E09B892C}"/>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DAB7DF8-85A0-D97F-EE32-8303CC6A6092}"/>
              </a:ext>
            </a:extLst>
          </p:cNvPr>
          <p:cNvSpPr>
            <a:spLocks noGrp="1"/>
          </p:cNvSpPr>
          <p:nvPr>
            <p:ph type="body" sz="quarter" idx="10"/>
          </p:nvPr>
        </p:nvSpPr>
        <p:spPr>
          <a:xfrm>
            <a:off x="182562" y="3125679"/>
            <a:ext cx="11826875" cy="606641"/>
          </a:xfrm>
        </p:spPr>
        <p:txBody>
          <a:bodyPr/>
          <a:lstStyle/>
          <a:p>
            <a:pPr marL="0" indent="0" algn="ctr">
              <a:buNone/>
            </a:pPr>
            <a:r>
              <a:rPr kumimoji="1" lang="ja-JP" altLang="en-US" sz="3600" b="1" dirty="0">
                <a:solidFill>
                  <a:srgbClr val="002060"/>
                </a:solidFill>
              </a:rPr>
              <a:t>皆様の感想・意見をお願い致します</a:t>
            </a:r>
          </a:p>
        </p:txBody>
      </p:sp>
    </p:spTree>
    <p:extLst>
      <p:ext uri="{BB962C8B-B14F-4D97-AF65-F5344CB8AC3E}">
        <p14:creationId xmlns:p14="http://schemas.microsoft.com/office/powerpoint/2010/main" val="3217033073"/>
      </p:ext>
    </p:extLst>
  </p:cSld>
  <p:clrMapOvr>
    <a:masterClrMapping/>
  </p:clrMapOvr>
</p:sld>
</file>

<file path=ppt/theme/theme1.xml><?xml version="1.0" encoding="utf-8"?>
<a:theme xmlns:a="http://schemas.openxmlformats.org/drawingml/2006/main" name="SunArch">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egoe UI">
      <a:majorFont>
        <a:latin typeface="Segoe UI"/>
        <a:ea typeface="Segoe UI"/>
        <a:cs typeface=""/>
      </a:majorFont>
      <a:minorFont>
        <a:latin typeface="Segoe UI"/>
        <a:ea typeface="Segoe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dda6833c-0046-4f8f-9c83-6e1ad4a6ae00">
      <UserInfo>
        <DisplayName>SunArch Lab. メンバー</DisplayName>
        <AccountId>39</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B6AB4BF460ED6468BA66FE85DE16112" ma:contentTypeVersion="6" ma:contentTypeDescription="新しいドキュメントを作成します。" ma:contentTypeScope="" ma:versionID="6c36c2a20b54f4acf6f940cca9d848e3">
  <xsd:schema xmlns:xsd="http://www.w3.org/2001/XMLSchema" xmlns:xs="http://www.w3.org/2001/XMLSchema" xmlns:p="http://schemas.microsoft.com/office/2006/metadata/properties" xmlns:ns2="275fa786-70a4-42a6-bf18-fe8d89b802cf" xmlns:ns3="dda6833c-0046-4f8f-9c83-6e1ad4a6ae00" targetNamespace="http://schemas.microsoft.com/office/2006/metadata/properties" ma:root="true" ma:fieldsID="3b06e85070e67fb2bf3862e2ea2429d5" ns2:_="" ns3:_="">
    <xsd:import namespace="275fa786-70a4-42a6-bf18-fe8d89b802cf"/>
    <xsd:import namespace="dda6833c-0046-4f8f-9c83-6e1ad4a6ae0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fa786-70a4-42a6-bf18-fe8d89b802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da6833c-0046-4f8f-9c83-6e1ad4a6ae00"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5A7698-7A98-4CC4-9FFF-A34D3B1004C6}">
  <ds:schemaRefs>
    <ds:schemaRef ds:uri="http://schemas.microsoft.com/sharepoint/v3/contenttype/forms"/>
  </ds:schemaRefs>
</ds:datastoreItem>
</file>

<file path=customXml/itemProps2.xml><?xml version="1.0" encoding="utf-8"?>
<ds:datastoreItem xmlns:ds="http://schemas.openxmlformats.org/officeDocument/2006/customXml" ds:itemID="{AFD2C487-7431-40FA-A912-1148C9736568}">
  <ds:schemaRefs>
    <ds:schemaRef ds:uri="http://schemas.microsoft.com/office/2006/documentManagement/types"/>
    <ds:schemaRef ds:uri="http://schemas.openxmlformats.org/package/2006/metadata/core-properties"/>
    <ds:schemaRef ds:uri="http://purl.org/dc/dcmitype/"/>
    <ds:schemaRef ds:uri="http://purl.org/dc/terms/"/>
    <ds:schemaRef ds:uri="http://purl.org/dc/elements/1.1/"/>
    <ds:schemaRef ds:uri="http://schemas.microsoft.com/office/2006/metadata/properties"/>
    <ds:schemaRef ds:uri="275fa786-70a4-42a6-bf18-fe8d89b802cf"/>
    <ds:schemaRef ds:uri="http://schemas.microsoft.com/office/infopath/2007/PartnerControls"/>
    <ds:schemaRef ds:uri="dda6833c-0046-4f8f-9c83-6e1ad4a6ae00"/>
    <ds:schemaRef ds:uri="http://www.w3.org/XML/1998/namespace"/>
  </ds:schemaRefs>
</ds:datastoreItem>
</file>

<file path=customXml/itemProps3.xml><?xml version="1.0" encoding="utf-8"?>
<ds:datastoreItem xmlns:ds="http://schemas.openxmlformats.org/officeDocument/2006/customXml" ds:itemID="{1B678220-2136-42A9-9EDD-21B36BA9B4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75fa786-70a4-42a6-bf18-fe8d89b802cf"/>
    <ds:schemaRef ds:uri="dda6833c-0046-4f8f-9c83-6e1ad4a6ae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TM03457464[[fn=配当]]</Template>
  <TotalTime>10592</TotalTime>
  <Words>1530</Words>
  <Application>Microsoft Office PowerPoint</Application>
  <PresentationFormat>ワイド画面</PresentationFormat>
  <Paragraphs>138</Paragraphs>
  <Slides>23</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23</vt:i4>
      </vt:variant>
    </vt:vector>
  </HeadingPairs>
  <TitlesOfParts>
    <vt:vector size="26" baseType="lpstr">
      <vt:lpstr>游ゴシック</vt:lpstr>
      <vt:lpstr>Arial</vt:lpstr>
      <vt:lpstr>SunArch</vt:lpstr>
      <vt:lpstr>「37のヒント」から導く：「持続的成長するエンジニア」になるために今からできること</vt:lpstr>
      <vt:lpstr>目次</vt:lpstr>
      <vt:lpstr>1.今回のプレゼンの目的</vt:lpstr>
      <vt:lpstr>今回のプレゼンの目的</vt:lpstr>
      <vt:lpstr>2.書籍「エンジニアの持続的成長37のヒント」の紹介</vt:lpstr>
      <vt:lpstr>書籍情報</vt:lpstr>
      <vt:lpstr>PowerPoint プレゼンテーション</vt:lpstr>
      <vt:lpstr>PowerPoint プレゼンテーション</vt:lpstr>
      <vt:lpstr>3.「持続的成長をするエンジニア」になるために必要な要素</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4.今からどんなことをすれば良いのか考えたこと</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滉平 宮台</cp:lastModifiedBy>
  <cp:revision>281</cp:revision>
  <dcterms:created xsi:type="dcterms:W3CDTF">2020-11-17T23:57:43Z</dcterms:created>
  <dcterms:modified xsi:type="dcterms:W3CDTF">2025-12-31T12:01:10Z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0x0101006B6AB4BF460ED6468BA66FE85DE16112</vt:lpwstr>
  </property>
</Properties>
</file>